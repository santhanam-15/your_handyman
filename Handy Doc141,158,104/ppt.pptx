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8" r:id="rId2"/>
    <p:sldId id="291" r:id="rId3"/>
    <p:sldId id="292" r:id="rId4"/>
    <p:sldId id="293" r:id="rId5"/>
    <p:sldId id="257" r:id="rId6"/>
    <p:sldId id="259" r:id="rId7"/>
    <p:sldId id="308" r:id="rId8"/>
    <p:sldId id="260" r:id="rId9"/>
    <p:sldId id="261" r:id="rId10"/>
    <p:sldId id="302" r:id="rId11"/>
    <p:sldId id="303" r:id="rId12"/>
    <p:sldId id="304" r:id="rId13"/>
    <p:sldId id="305" r:id="rId14"/>
    <p:sldId id="262" r:id="rId15"/>
    <p:sldId id="309" r:id="rId16"/>
    <p:sldId id="310" r:id="rId17"/>
    <p:sldId id="271" r:id="rId18"/>
    <p:sldId id="295" r:id="rId19"/>
    <p:sldId id="317" r:id="rId20"/>
    <p:sldId id="296" r:id="rId21"/>
    <p:sldId id="318" r:id="rId22"/>
    <p:sldId id="316" r:id="rId23"/>
    <p:sldId id="297" r:id="rId24"/>
    <p:sldId id="311" r:id="rId25"/>
    <p:sldId id="312" r:id="rId26"/>
    <p:sldId id="313" r:id="rId27"/>
    <p:sldId id="314" r:id="rId28"/>
    <p:sldId id="315" r:id="rId29"/>
    <p:sldId id="319" r:id="rId30"/>
    <p:sldId id="320" r:id="rId31"/>
    <p:sldId id="321" r:id="rId32"/>
    <p:sldId id="322" r:id="rId33"/>
    <p:sldId id="323" r:id="rId34"/>
    <p:sldId id="324" r:id="rId35"/>
    <p:sldId id="325" r:id="rId36"/>
    <p:sldId id="294" r:id="rId37"/>
  </p:sldIdLst>
  <p:sldSz cx="9144000" cy="6858000" type="screen4x3"/>
  <p:notesSz cx="6858000" cy="9144000"/>
  <p:defaultTextStyle>
    <a:defPPr>
      <a:defRPr lang="en-IN"/>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929"/>
  </p:normalViewPr>
  <p:slideViewPr>
    <p:cSldViewPr>
      <p:cViewPr varScale="1">
        <p:scale>
          <a:sx n="89" d="100"/>
          <a:sy n="89" d="100"/>
        </p:scale>
        <p:origin x="13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082505-EA15-212E-A5BA-E3229387761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944F508-A7D6-AFB9-F9BC-C3CD6EA794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C5D471-DB8D-4CFD-A96B-F801948A0F2A}" type="datetimeFigureOut">
              <a:rPr lang="en-IN" smtClean="0"/>
              <a:t>07-11-2025</a:t>
            </a:fld>
            <a:endParaRPr lang="en-IN"/>
          </a:p>
        </p:txBody>
      </p:sp>
      <p:sp>
        <p:nvSpPr>
          <p:cNvPr id="4" name="Footer Placeholder 3">
            <a:extLst>
              <a:ext uri="{FF2B5EF4-FFF2-40B4-BE49-F238E27FC236}">
                <a16:creationId xmlns:a16="http://schemas.microsoft.com/office/drawing/2014/main" id="{2B10F43F-71A1-063B-AA3F-2AD85CF63D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F2230A3-0A3E-BDA6-0051-DB71E00847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8681DE-000E-4BE0-8512-9C1AE9D90EA7}" type="slidenum">
              <a:rPr lang="en-IN" smtClean="0"/>
              <a:t>‹#›</a:t>
            </a:fld>
            <a:endParaRPr lang="en-IN"/>
          </a:p>
        </p:txBody>
      </p:sp>
    </p:spTree>
    <p:extLst>
      <p:ext uri="{BB962C8B-B14F-4D97-AF65-F5344CB8AC3E}">
        <p14:creationId xmlns:p14="http://schemas.microsoft.com/office/powerpoint/2010/main" val="6142652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B5C7A9-E317-CC3B-E966-C54A597240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Times New Roman" panose="02020603050405020304" pitchFamily="18" charset="0"/>
              </a:defRPr>
            </a:lvl1pPr>
          </a:lstStyle>
          <a:p>
            <a:pPr>
              <a:defRPr/>
            </a:pPr>
            <a:endParaRPr lang="en-US"/>
          </a:p>
        </p:txBody>
      </p:sp>
      <p:sp>
        <p:nvSpPr>
          <p:cNvPr id="3" name="Date Placeholder 2">
            <a:extLst>
              <a:ext uri="{FF2B5EF4-FFF2-40B4-BE49-F238E27FC236}">
                <a16:creationId xmlns:a16="http://schemas.microsoft.com/office/drawing/2014/main" id="{78897368-1F46-C735-0341-3DD0DE4F5F8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Times New Roman" panose="02020603050405020304" pitchFamily="18" charset="0"/>
              </a:defRPr>
            </a:lvl1pPr>
          </a:lstStyle>
          <a:p>
            <a:pPr>
              <a:defRPr/>
            </a:pPr>
            <a:fld id="{66DFD0ED-E3B7-4C23-9B93-B84E448A5EB8}" type="datetimeFigureOut">
              <a:rPr lang="en-US"/>
              <a:pPr>
                <a:defRPr/>
              </a:pPr>
              <a:t>11/7/2025</a:t>
            </a:fld>
            <a:endParaRPr lang="en-US"/>
          </a:p>
        </p:txBody>
      </p:sp>
      <p:sp>
        <p:nvSpPr>
          <p:cNvPr id="4" name="Slide Image Placeholder 3">
            <a:extLst>
              <a:ext uri="{FF2B5EF4-FFF2-40B4-BE49-F238E27FC236}">
                <a16:creationId xmlns:a16="http://schemas.microsoft.com/office/drawing/2014/main" id="{6BB1F327-5F8B-7336-25D9-5ED649808871}"/>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AF57332-9631-910D-D358-889107DCEE3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07D59CC-07AB-F446-C6D2-3AE75D81CED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Times New Roman" panose="02020603050405020304" pitchFamily="18" charset="0"/>
              </a:defRPr>
            </a:lvl1pPr>
          </a:lstStyle>
          <a:p>
            <a:pPr>
              <a:defRPr/>
            </a:pPr>
            <a:endParaRPr lang="en-US"/>
          </a:p>
        </p:txBody>
      </p:sp>
      <p:sp>
        <p:nvSpPr>
          <p:cNvPr id="7" name="Slide Number Placeholder 6">
            <a:extLst>
              <a:ext uri="{FF2B5EF4-FFF2-40B4-BE49-F238E27FC236}">
                <a16:creationId xmlns:a16="http://schemas.microsoft.com/office/drawing/2014/main" id="{D3F88D8C-26AE-C471-BF4B-F4230E88A86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E27A223-B06F-4246-BAC3-F4E6C4EC281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B4031EC-5EF3-96A1-D674-41C08F1D867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D8913F61-6C13-75D7-6433-891F2269740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B3932BC3-82CE-EFAD-76FA-F8B5032680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3F284DE2-13EA-2BC8-9ED0-373500E8100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3E76A6D9-CFBD-5828-8BD3-451DF60D0B62}"/>
              </a:ext>
            </a:extLst>
          </p:cNvPr>
          <p:cNvSpPr>
            <a:spLocks noGrp="1" noChangeArrowheads="1"/>
          </p:cNvSpPr>
          <p:nvPr>
            <p:ph type="dt" sz="half" idx="10"/>
          </p:nvPr>
        </p:nvSpPr>
        <p:spPr>
          <a:ln/>
        </p:spPr>
        <p:txBody>
          <a:bodyPr/>
          <a:lstStyle>
            <a:lvl1pPr>
              <a:defRPr/>
            </a:lvl1pPr>
          </a:lstStyle>
          <a:p>
            <a:pPr>
              <a:defRPr/>
            </a:pPr>
            <a:fld id="{C2A845FB-B3C8-4F82-997F-0C71C948037D}" type="datetime3">
              <a:rPr lang="en-US" altLang="en-US" smtClean="0"/>
              <a:t>7 November 2025</a:t>
            </a:fld>
            <a:endParaRPr lang="en-US" altLang="en-US"/>
          </a:p>
        </p:txBody>
      </p:sp>
      <p:sp>
        <p:nvSpPr>
          <p:cNvPr id="5" name="Rectangle 5">
            <a:extLst>
              <a:ext uri="{FF2B5EF4-FFF2-40B4-BE49-F238E27FC236}">
                <a16:creationId xmlns:a16="http://schemas.microsoft.com/office/drawing/2014/main" id="{AF608E7D-3746-5F35-68FD-56DE5071BF0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541902C-1F5E-7205-1E7F-7133263BAF74}"/>
              </a:ext>
            </a:extLst>
          </p:cNvPr>
          <p:cNvSpPr>
            <a:spLocks noGrp="1" noChangeArrowheads="1"/>
          </p:cNvSpPr>
          <p:nvPr>
            <p:ph type="sldNum" sz="quarter" idx="12"/>
          </p:nvPr>
        </p:nvSpPr>
        <p:spPr>
          <a:ln/>
        </p:spPr>
        <p:txBody>
          <a:bodyPr/>
          <a:lstStyle>
            <a:lvl1pPr>
              <a:defRPr/>
            </a:lvl1pPr>
          </a:lstStyle>
          <a:p>
            <a:pPr>
              <a:defRPr/>
            </a:pPr>
            <a:fld id="{88E49ACD-F193-497F-ADBD-2EA04D0242D8}" type="slidenum">
              <a:rPr lang="en-US" altLang="en-US"/>
              <a:pPr>
                <a:defRPr/>
              </a:pPr>
              <a:t>‹#›</a:t>
            </a:fld>
            <a:endParaRPr lang="en-US" altLang="en-US"/>
          </a:p>
        </p:txBody>
      </p:sp>
    </p:spTree>
    <p:extLst>
      <p:ext uri="{BB962C8B-B14F-4D97-AF65-F5344CB8AC3E}">
        <p14:creationId xmlns:p14="http://schemas.microsoft.com/office/powerpoint/2010/main" val="2356143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F62BC18-3789-7596-16B1-BEB804631895}"/>
              </a:ext>
            </a:extLst>
          </p:cNvPr>
          <p:cNvSpPr>
            <a:spLocks noGrp="1" noChangeArrowheads="1"/>
          </p:cNvSpPr>
          <p:nvPr>
            <p:ph type="dt" sz="half" idx="10"/>
          </p:nvPr>
        </p:nvSpPr>
        <p:spPr>
          <a:ln/>
        </p:spPr>
        <p:txBody>
          <a:bodyPr/>
          <a:lstStyle>
            <a:lvl1pPr>
              <a:defRPr/>
            </a:lvl1pPr>
          </a:lstStyle>
          <a:p>
            <a:pPr>
              <a:defRPr/>
            </a:pPr>
            <a:fld id="{5A3A4E86-7E3F-4025-BADF-6751B27D2EF4}" type="datetime3">
              <a:rPr lang="en-US" altLang="en-US" smtClean="0"/>
              <a:t>7 November 2025</a:t>
            </a:fld>
            <a:endParaRPr lang="en-US" altLang="en-US"/>
          </a:p>
        </p:txBody>
      </p:sp>
      <p:sp>
        <p:nvSpPr>
          <p:cNvPr id="5" name="Rectangle 5">
            <a:extLst>
              <a:ext uri="{FF2B5EF4-FFF2-40B4-BE49-F238E27FC236}">
                <a16:creationId xmlns:a16="http://schemas.microsoft.com/office/drawing/2014/main" id="{8031D272-2C77-2AA0-E4B5-3B869E2007B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0DF73DF-D500-3884-ECF2-B323B579A4FC}"/>
              </a:ext>
            </a:extLst>
          </p:cNvPr>
          <p:cNvSpPr>
            <a:spLocks noGrp="1" noChangeArrowheads="1"/>
          </p:cNvSpPr>
          <p:nvPr>
            <p:ph type="sldNum" sz="quarter" idx="12"/>
          </p:nvPr>
        </p:nvSpPr>
        <p:spPr>
          <a:ln/>
        </p:spPr>
        <p:txBody>
          <a:bodyPr/>
          <a:lstStyle>
            <a:lvl1pPr>
              <a:defRPr/>
            </a:lvl1pPr>
          </a:lstStyle>
          <a:p>
            <a:pPr>
              <a:defRPr/>
            </a:pPr>
            <a:fld id="{B960920E-8CBF-4695-93AD-B2B82D0DE1EE}" type="slidenum">
              <a:rPr lang="en-US" altLang="en-US"/>
              <a:pPr>
                <a:defRPr/>
              </a:pPr>
              <a:t>‹#›</a:t>
            </a:fld>
            <a:endParaRPr lang="en-US" altLang="en-US"/>
          </a:p>
        </p:txBody>
      </p:sp>
    </p:spTree>
    <p:extLst>
      <p:ext uri="{BB962C8B-B14F-4D97-AF65-F5344CB8AC3E}">
        <p14:creationId xmlns:p14="http://schemas.microsoft.com/office/powerpoint/2010/main" val="1614793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3C3F4B82-CBE7-CD7D-FFB2-6F29D4510029}"/>
              </a:ext>
            </a:extLst>
          </p:cNvPr>
          <p:cNvSpPr>
            <a:spLocks noGrp="1" noChangeArrowheads="1"/>
          </p:cNvSpPr>
          <p:nvPr>
            <p:ph type="dt" sz="half" idx="10"/>
          </p:nvPr>
        </p:nvSpPr>
        <p:spPr>
          <a:ln/>
        </p:spPr>
        <p:txBody>
          <a:bodyPr/>
          <a:lstStyle>
            <a:lvl1pPr>
              <a:defRPr/>
            </a:lvl1pPr>
          </a:lstStyle>
          <a:p>
            <a:pPr>
              <a:defRPr/>
            </a:pPr>
            <a:fld id="{61E4EF9D-BEE6-4237-A7B5-D12EF7C532C3}" type="datetime3">
              <a:rPr lang="en-US" altLang="en-US" smtClean="0"/>
              <a:t>7 November 2025</a:t>
            </a:fld>
            <a:endParaRPr lang="en-US" altLang="en-US"/>
          </a:p>
        </p:txBody>
      </p:sp>
      <p:sp>
        <p:nvSpPr>
          <p:cNvPr id="5" name="Rectangle 5">
            <a:extLst>
              <a:ext uri="{FF2B5EF4-FFF2-40B4-BE49-F238E27FC236}">
                <a16:creationId xmlns:a16="http://schemas.microsoft.com/office/drawing/2014/main" id="{A129162F-4CE8-B009-6571-53459B7A2B4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7836C05-3DFE-0574-1D16-6E3641FC82DF}"/>
              </a:ext>
            </a:extLst>
          </p:cNvPr>
          <p:cNvSpPr>
            <a:spLocks noGrp="1" noChangeArrowheads="1"/>
          </p:cNvSpPr>
          <p:nvPr>
            <p:ph type="sldNum" sz="quarter" idx="12"/>
          </p:nvPr>
        </p:nvSpPr>
        <p:spPr>
          <a:ln/>
        </p:spPr>
        <p:txBody>
          <a:bodyPr/>
          <a:lstStyle>
            <a:lvl1pPr>
              <a:defRPr/>
            </a:lvl1pPr>
          </a:lstStyle>
          <a:p>
            <a:pPr>
              <a:defRPr/>
            </a:pPr>
            <a:fld id="{F47F2F3B-7040-4C3F-A159-61D8BC9EC497}" type="slidenum">
              <a:rPr lang="en-US" altLang="en-US"/>
              <a:pPr>
                <a:defRPr/>
              </a:pPr>
              <a:t>‹#›</a:t>
            </a:fld>
            <a:endParaRPr lang="en-US" altLang="en-US"/>
          </a:p>
        </p:txBody>
      </p:sp>
    </p:spTree>
    <p:extLst>
      <p:ext uri="{BB962C8B-B14F-4D97-AF65-F5344CB8AC3E}">
        <p14:creationId xmlns:p14="http://schemas.microsoft.com/office/powerpoint/2010/main" val="1393327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09EB1C7-6302-1141-08FD-31EFBBF3772B}"/>
              </a:ext>
            </a:extLst>
          </p:cNvPr>
          <p:cNvSpPr>
            <a:spLocks noGrp="1" noChangeArrowheads="1"/>
          </p:cNvSpPr>
          <p:nvPr>
            <p:ph type="dt" sz="half" idx="10"/>
          </p:nvPr>
        </p:nvSpPr>
        <p:spPr>
          <a:ln/>
        </p:spPr>
        <p:txBody>
          <a:bodyPr/>
          <a:lstStyle>
            <a:lvl1pPr>
              <a:defRPr/>
            </a:lvl1pPr>
          </a:lstStyle>
          <a:p>
            <a:pPr>
              <a:defRPr/>
            </a:pPr>
            <a:fld id="{9796F06C-8E68-4702-A246-541359B65E3F}" type="datetime3">
              <a:rPr lang="en-US" altLang="en-US" smtClean="0"/>
              <a:t>7 November 2025</a:t>
            </a:fld>
            <a:endParaRPr lang="en-US" altLang="en-US"/>
          </a:p>
        </p:txBody>
      </p:sp>
      <p:sp>
        <p:nvSpPr>
          <p:cNvPr id="6" name="Rectangle 5">
            <a:extLst>
              <a:ext uri="{FF2B5EF4-FFF2-40B4-BE49-F238E27FC236}">
                <a16:creationId xmlns:a16="http://schemas.microsoft.com/office/drawing/2014/main" id="{D100BFE6-4196-6586-805A-A537B05CC95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9114B4E-35F5-E3B6-FD95-9682448AD4F7}"/>
              </a:ext>
            </a:extLst>
          </p:cNvPr>
          <p:cNvSpPr>
            <a:spLocks noGrp="1" noChangeArrowheads="1"/>
          </p:cNvSpPr>
          <p:nvPr>
            <p:ph type="sldNum" sz="quarter" idx="12"/>
          </p:nvPr>
        </p:nvSpPr>
        <p:spPr>
          <a:ln/>
        </p:spPr>
        <p:txBody>
          <a:bodyPr/>
          <a:lstStyle>
            <a:lvl1pPr>
              <a:defRPr/>
            </a:lvl1pPr>
          </a:lstStyle>
          <a:p>
            <a:pPr>
              <a:defRPr/>
            </a:pPr>
            <a:fld id="{2CDCF078-39A6-4FB3-8949-0A7B5F9E5222}" type="slidenum">
              <a:rPr lang="en-US" altLang="en-US"/>
              <a:pPr>
                <a:defRPr/>
              </a:pPr>
              <a:t>‹#›</a:t>
            </a:fld>
            <a:endParaRPr lang="en-US" altLang="en-US"/>
          </a:p>
        </p:txBody>
      </p:sp>
    </p:spTree>
    <p:extLst>
      <p:ext uri="{BB962C8B-B14F-4D97-AF65-F5344CB8AC3E}">
        <p14:creationId xmlns:p14="http://schemas.microsoft.com/office/powerpoint/2010/main" val="84973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1D9C7A7-93F3-5311-A8CC-EB2421EB5A93}"/>
              </a:ext>
            </a:extLst>
          </p:cNvPr>
          <p:cNvSpPr>
            <a:spLocks noGrp="1" noChangeArrowheads="1"/>
          </p:cNvSpPr>
          <p:nvPr>
            <p:ph type="dt" sz="half" idx="10"/>
          </p:nvPr>
        </p:nvSpPr>
        <p:spPr>
          <a:ln/>
        </p:spPr>
        <p:txBody>
          <a:bodyPr/>
          <a:lstStyle>
            <a:lvl1pPr>
              <a:defRPr/>
            </a:lvl1pPr>
          </a:lstStyle>
          <a:p>
            <a:pPr>
              <a:defRPr/>
            </a:pPr>
            <a:fld id="{181340AA-38F5-4C9D-B9E7-598EA373E6BA}" type="datetime3">
              <a:rPr lang="en-US" altLang="en-US" smtClean="0"/>
              <a:t>7 November 2025</a:t>
            </a:fld>
            <a:endParaRPr lang="en-US" altLang="en-US"/>
          </a:p>
        </p:txBody>
      </p:sp>
      <p:sp>
        <p:nvSpPr>
          <p:cNvPr id="8" name="Rectangle 5">
            <a:extLst>
              <a:ext uri="{FF2B5EF4-FFF2-40B4-BE49-F238E27FC236}">
                <a16:creationId xmlns:a16="http://schemas.microsoft.com/office/drawing/2014/main" id="{3B4B50DB-8B51-15B4-46E8-3790CC565A9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37D47CEC-0DDA-2DE3-1030-ECA06BC1EE31}"/>
              </a:ext>
            </a:extLst>
          </p:cNvPr>
          <p:cNvSpPr>
            <a:spLocks noGrp="1" noChangeArrowheads="1"/>
          </p:cNvSpPr>
          <p:nvPr>
            <p:ph type="sldNum" sz="quarter" idx="12"/>
          </p:nvPr>
        </p:nvSpPr>
        <p:spPr>
          <a:ln/>
        </p:spPr>
        <p:txBody>
          <a:bodyPr/>
          <a:lstStyle>
            <a:lvl1pPr>
              <a:defRPr/>
            </a:lvl1pPr>
          </a:lstStyle>
          <a:p>
            <a:pPr>
              <a:defRPr/>
            </a:pPr>
            <a:fld id="{795F7412-7F2F-4CC6-9613-1841216DF1D3}" type="slidenum">
              <a:rPr lang="en-US" altLang="en-US"/>
              <a:pPr>
                <a:defRPr/>
              </a:pPr>
              <a:t>‹#›</a:t>
            </a:fld>
            <a:endParaRPr lang="en-US" altLang="en-US"/>
          </a:p>
        </p:txBody>
      </p:sp>
    </p:spTree>
    <p:extLst>
      <p:ext uri="{BB962C8B-B14F-4D97-AF65-F5344CB8AC3E}">
        <p14:creationId xmlns:p14="http://schemas.microsoft.com/office/powerpoint/2010/main" val="3286606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F4C9FB5F-4234-9FF4-8B06-C40BEAB41402}"/>
              </a:ext>
            </a:extLst>
          </p:cNvPr>
          <p:cNvSpPr>
            <a:spLocks noGrp="1" noChangeArrowheads="1"/>
          </p:cNvSpPr>
          <p:nvPr>
            <p:ph type="dt" sz="half" idx="10"/>
          </p:nvPr>
        </p:nvSpPr>
        <p:spPr>
          <a:ln/>
        </p:spPr>
        <p:txBody>
          <a:bodyPr/>
          <a:lstStyle>
            <a:lvl1pPr>
              <a:defRPr/>
            </a:lvl1pPr>
          </a:lstStyle>
          <a:p>
            <a:pPr>
              <a:defRPr/>
            </a:pPr>
            <a:fld id="{31C288FE-8F76-48B9-BE68-B2B2BBE673FD}" type="datetime3">
              <a:rPr lang="en-US" altLang="en-US" smtClean="0"/>
              <a:t>7 November 2025</a:t>
            </a:fld>
            <a:endParaRPr lang="en-US" altLang="en-US"/>
          </a:p>
        </p:txBody>
      </p:sp>
      <p:sp>
        <p:nvSpPr>
          <p:cNvPr id="4" name="Rectangle 5">
            <a:extLst>
              <a:ext uri="{FF2B5EF4-FFF2-40B4-BE49-F238E27FC236}">
                <a16:creationId xmlns:a16="http://schemas.microsoft.com/office/drawing/2014/main" id="{4688160A-41EE-5C37-A4F9-54ED2C56374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B4E815D-190A-66CE-1EBE-9C9F58C6807C}"/>
              </a:ext>
            </a:extLst>
          </p:cNvPr>
          <p:cNvSpPr>
            <a:spLocks noGrp="1" noChangeArrowheads="1"/>
          </p:cNvSpPr>
          <p:nvPr>
            <p:ph type="sldNum" sz="quarter" idx="12"/>
          </p:nvPr>
        </p:nvSpPr>
        <p:spPr>
          <a:ln/>
        </p:spPr>
        <p:txBody>
          <a:bodyPr/>
          <a:lstStyle>
            <a:lvl1pPr>
              <a:defRPr/>
            </a:lvl1pPr>
          </a:lstStyle>
          <a:p>
            <a:pPr>
              <a:defRPr/>
            </a:pPr>
            <a:fld id="{AE2ACEAB-2101-4845-B8CF-C62A179E5587}" type="slidenum">
              <a:rPr lang="en-US" altLang="en-US"/>
              <a:pPr>
                <a:defRPr/>
              </a:pPr>
              <a:t>‹#›</a:t>
            </a:fld>
            <a:endParaRPr lang="en-US" altLang="en-US"/>
          </a:p>
        </p:txBody>
      </p:sp>
    </p:spTree>
    <p:extLst>
      <p:ext uri="{BB962C8B-B14F-4D97-AF65-F5344CB8AC3E}">
        <p14:creationId xmlns:p14="http://schemas.microsoft.com/office/powerpoint/2010/main" val="3127898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8D8717-F681-6771-43B1-9716EDAE1FF8}"/>
              </a:ext>
            </a:extLst>
          </p:cNvPr>
          <p:cNvSpPr>
            <a:spLocks noGrp="1"/>
          </p:cNvSpPr>
          <p:nvPr>
            <p:ph type="dt" sz="half" idx="10"/>
          </p:nvPr>
        </p:nvSpPr>
        <p:spPr/>
        <p:txBody>
          <a:bodyPr/>
          <a:lstStyle>
            <a:lvl1pPr>
              <a:defRPr/>
            </a:lvl1pPr>
          </a:lstStyle>
          <a:p>
            <a:pPr>
              <a:defRPr/>
            </a:pPr>
            <a:fld id="{FB5EF47B-172A-4F16-A61F-2FC09BE499D7}" type="datetime3">
              <a:rPr lang="en-US" altLang="en-US" smtClean="0"/>
              <a:t>7 November 2025</a:t>
            </a:fld>
            <a:endParaRPr lang="en-US" altLang="en-US"/>
          </a:p>
        </p:txBody>
      </p:sp>
      <p:sp>
        <p:nvSpPr>
          <p:cNvPr id="3" name="Slide Number Placeholder 3">
            <a:extLst>
              <a:ext uri="{FF2B5EF4-FFF2-40B4-BE49-F238E27FC236}">
                <a16:creationId xmlns:a16="http://schemas.microsoft.com/office/drawing/2014/main" id="{E36B4291-AC77-5F1D-248A-81E146C3D2B1}"/>
              </a:ext>
            </a:extLst>
          </p:cNvPr>
          <p:cNvSpPr>
            <a:spLocks noGrp="1"/>
          </p:cNvSpPr>
          <p:nvPr>
            <p:ph type="sldNum" sz="quarter" idx="11"/>
          </p:nvPr>
        </p:nvSpPr>
        <p:spPr/>
        <p:txBody>
          <a:bodyPr/>
          <a:lstStyle>
            <a:lvl1pPr>
              <a:defRPr/>
            </a:lvl1pPr>
          </a:lstStyle>
          <a:p>
            <a:pPr>
              <a:defRPr/>
            </a:pPr>
            <a:fld id="{0997A43B-71BF-4F6F-948F-A2651A579CBB}" type="slidenum">
              <a:rPr lang="en-US" altLang="en-US"/>
              <a:pPr>
                <a:defRPr/>
              </a:pPr>
              <a:t>‹#›</a:t>
            </a:fld>
            <a:endParaRPr lang="en-US" altLang="en-US"/>
          </a:p>
        </p:txBody>
      </p:sp>
    </p:spTree>
    <p:extLst>
      <p:ext uri="{BB962C8B-B14F-4D97-AF65-F5344CB8AC3E}">
        <p14:creationId xmlns:p14="http://schemas.microsoft.com/office/powerpoint/2010/main" val="1258454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32854EE1-42F0-0393-F7B0-8EE77753CDB7}"/>
              </a:ext>
            </a:extLst>
          </p:cNvPr>
          <p:cNvSpPr>
            <a:spLocks noGrp="1" noChangeArrowheads="1"/>
          </p:cNvSpPr>
          <p:nvPr>
            <p:ph type="dt" sz="half" idx="10"/>
          </p:nvPr>
        </p:nvSpPr>
        <p:spPr>
          <a:ln/>
        </p:spPr>
        <p:txBody>
          <a:bodyPr/>
          <a:lstStyle>
            <a:lvl1pPr>
              <a:defRPr/>
            </a:lvl1pPr>
          </a:lstStyle>
          <a:p>
            <a:pPr>
              <a:defRPr/>
            </a:pPr>
            <a:fld id="{1E97888D-C21D-4DD2-8CEB-D59283A2020C}" type="datetime3">
              <a:rPr lang="en-US" altLang="en-US" smtClean="0"/>
              <a:t>7 November 2025</a:t>
            </a:fld>
            <a:endParaRPr lang="en-US" altLang="en-US"/>
          </a:p>
        </p:txBody>
      </p:sp>
      <p:sp>
        <p:nvSpPr>
          <p:cNvPr id="6" name="Rectangle 5">
            <a:extLst>
              <a:ext uri="{FF2B5EF4-FFF2-40B4-BE49-F238E27FC236}">
                <a16:creationId xmlns:a16="http://schemas.microsoft.com/office/drawing/2014/main" id="{40A66E5F-E6A7-36E9-74DA-B1D2A813799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BDB63C6-5CFB-EB92-0D2A-7D35C3A03081}"/>
              </a:ext>
            </a:extLst>
          </p:cNvPr>
          <p:cNvSpPr>
            <a:spLocks noGrp="1" noChangeArrowheads="1"/>
          </p:cNvSpPr>
          <p:nvPr>
            <p:ph type="sldNum" sz="quarter" idx="12"/>
          </p:nvPr>
        </p:nvSpPr>
        <p:spPr>
          <a:ln/>
        </p:spPr>
        <p:txBody>
          <a:bodyPr/>
          <a:lstStyle>
            <a:lvl1pPr>
              <a:defRPr/>
            </a:lvl1pPr>
          </a:lstStyle>
          <a:p>
            <a:pPr>
              <a:defRPr/>
            </a:pPr>
            <a:fld id="{2B611734-CF1B-4C08-AC64-7D373E50C9CE}" type="slidenum">
              <a:rPr lang="en-US" altLang="en-US"/>
              <a:pPr>
                <a:defRPr/>
              </a:pPr>
              <a:t>‹#›</a:t>
            </a:fld>
            <a:endParaRPr lang="en-US" altLang="en-US"/>
          </a:p>
        </p:txBody>
      </p:sp>
    </p:spTree>
    <p:extLst>
      <p:ext uri="{BB962C8B-B14F-4D97-AF65-F5344CB8AC3E}">
        <p14:creationId xmlns:p14="http://schemas.microsoft.com/office/powerpoint/2010/main" val="3740478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EA8C6602-D5F6-53F2-3BBE-F8BFBF738307}"/>
              </a:ext>
            </a:extLst>
          </p:cNvPr>
          <p:cNvSpPr>
            <a:spLocks noGrp="1" noChangeArrowheads="1"/>
          </p:cNvSpPr>
          <p:nvPr>
            <p:ph type="dt" sz="half" idx="10"/>
          </p:nvPr>
        </p:nvSpPr>
        <p:spPr>
          <a:ln/>
        </p:spPr>
        <p:txBody>
          <a:bodyPr/>
          <a:lstStyle>
            <a:lvl1pPr>
              <a:defRPr/>
            </a:lvl1pPr>
          </a:lstStyle>
          <a:p>
            <a:pPr>
              <a:defRPr/>
            </a:pPr>
            <a:fld id="{6D551B61-7192-44E2-ACA6-59E08ADECEF0}" type="datetime3">
              <a:rPr lang="en-US" altLang="en-US" smtClean="0"/>
              <a:t>7 November 2025</a:t>
            </a:fld>
            <a:endParaRPr lang="en-US" altLang="en-US"/>
          </a:p>
        </p:txBody>
      </p:sp>
      <p:sp>
        <p:nvSpPr>
          <p:cNvPr id="6" name="Rectangle 5">
            <a:extLst>
              <a:ext uri="{FF2B5EF4-FFF2-40B4-BE49-F238E27FC236}">
                <a16:creationId xmlns:a16="http://schemas.microsoft.com/office/drawing/2014/main" id="{B99D1E27-45DA-5C7E-DBD2-54EB4E4B83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19B8AA78-AE18-261B-0934-7CDC89A33F73}"/>
              </a:ext>
            </a:extLst>
          </p:cNvPr>
          <p:cNvSpPr>
            <a:spLocks noGrp="1" noChangeArrowheads="1"/>
          </p:cNvSpPr>
          <p:nvPr>
            <p:ph type="sldNum" sz="quarter" idx="12"/>
          </p:nvPr>
        </p:nvSpPr>
        <p:spPr>
          <a:ln/>
        </p:spPr>
        <p:txBody>
          <a:bodyPr/>
          <a:lstStyle>
            <a:lvl1pPr>
              <a:defRPr/>
            </a:lvl1pPr>
          </a:lstStyle>
          <a:p>
            <a:pPr>
              <a:defRPr/>
            </a:pPr>
            <a:fld id="{09BB5820-C606-4DE7-8855-79AE15F519B2}" type="slidenum">
              <a:rPr lang="en-US" altLang="en-US"/>
              <a:pPr>
                <a:defRPr/>
              </a:pPr>
              <a:t>‹#›</a:t>
            </a:fld>
            <a:endParaRPr lang="en-US" altLang="en-US"/>
          </a:p>
        </p:txBody>
      </p:sp>
    </p:spTree>
    <p:extLst>
      <p:ext uri="{BB962C8B-B14F-4D97-AF65-F5344CB8AC3E}">
        <p14:creationId xmlns:p14="http://schemas.microsoft.com/office/powerpoint/2010/main" val="60861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6D00F9B-2A3B-9608-A0D0-6D67BDCF146A}"/>
              </a:ext>
            </a:extLst>
          </p:cNvPr>
          <p:cNvSpPr>
            <a:spLocks noGrp="1" noChangeArrowheads="1"/>
          </p:cNvSpPr>
          <p:nvPr>
            <p:ph type="dt" sz="half" idx="10"/>
          </p:nvPr>
        </p:nvSpPr>
        <p:spPr>
          <a:ln/>
        </p:spPr>
        <p:txBody>
          <a:bodyPr/>
          <a:lstStyle>
            <a:lvl1pPr>
              <a:defRPr/>
            </a:lvl1pPr>
          </a:lstStyle>
          <a:p>
            <a:pPr>
              <a:defRPr/>
            </a:pPr>
            <a:fld id="{9DF6173C-5378-4B24-885E-5DD597345507}" type="datetime3">
              <a:rPr lang="en-US" altLang="en-US" smtClean="0"/>
              <a:t>7 November 2025</a:t>
            </a:fld>
            <a:endParaRPr lang="en-US" altLang="en-US"/>
          </a:p>
        </p:txBody>
      </p:sp>
      <p:sp>
        <p:nvSpPr>
          <p:cNvPr id="5" name="Rectangle 5">
            <a:extLst>
              <a:ext uri="{FF2B5EF4-FFF2-40B4-BE49-F238E27FC236}">
                <a16:creationId xmlns:a16="http://schemas.microsoft.com/office/drawing/2014/main" id="{4F774272-A4E5-5216-1993-B097BFA9862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EEA3E00C-ED23-026F-A701-1FF4500A5E60}"/>
              </a:ext>
            </a:extLst>
          </p:cNvPr>
          <p:cNvSpPr>
            <a:spLocks noGrp="1" noChangeArrowheads="1"/>
          </p:cNvSpPr>
          <p:nvPr>
            <p:ph type="sldNum" sz="quarter" idx="12"/>
          </p:nvPr>
        </p:nvSpPr>
        <p:spPr>
          <a:ln/>
        </p:spPr>
        <p:txBody>
          <a:bodyPr/>
          <a:lstStyle>
            <a:lvl1pPr>
              <a:defRPr/>
            </a:lvl1pPr>
          </a:lstStyle>
          <a:p>
            <a:pPr>
              <a:defRPr/>
            </a:pPr>
            <a:fld id="{D1325F28-6D35-4ED3-BB56-FA7304D1C654}" type="slidenum">
              <a:rPr lang="en-US" altLang="en-US"/>
              <a:pPr>
                <a:defRPr/>
              </a:pPr>
              <a:t>‹#›</a:t>
            </a:fld>
            <a:endParaRPr lang="en-US" altLang="en-US"/>
          </a:p>
        </p:txBody>
      </p:sp>
    </p:spTree>
    <p:extLst>
      <p:ext uri="{BB962C8B-B14F-4D97-AF65-F5344CB8AC3E}">
        <p14:creationId xmlns:p14="http://schemas.microsoft.com/office/powerpoint/2010/main" val="2295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3C49B31-D125-8CC4-F11F-EA2B7589485F}"/>
              </a:ext>
            </a:extLst>
          </p:cNvPr>
          <p:cNvSpPr>
            <a:spLocks noGrp="1" noChangeArrowheads="1"/>
          </p:cNvSpPr>
          <p:nvPr>
            <p:ph type="dt" sz="half" idx="10"/>
          </p:nvPr>
        </p:nvSpPr>
        <p:spPr>
          <a:ln/>
        </p:spPr>
        <p:txBody>
          <a:bodyPr/>
          <a:lstStyle>
            <a:lvl1pPr>
              <a:defRPr/>
            </a:lvl1pPr>
          </a:lstStyle>
          <a:p>
            <a:pPr>
              <a:defRPr/>
            </a:pPr>
            <a:fld id="{E870E59B-1FBE-4E30-BA9B-B97A01512ACB}" type="datetime3">
              <a:rPr lang="en-US" altLang="en-US" smtClean="0"/>
              <a:t>7 November 2025</a:t>
            </a:fld>
            <a:endParaRPr lang="en-US" altLang="en-US"/>
          </a:p>
        </p:txBody>
      </p:sp>
      <p:sp>
        <p:nvSpPr>
          <p:cNvPr id="5" name="Rectangle 5">
            <a:extLst>
              <a:ext uri="{FF2B5EF4-FFF2-40B4-BE49-F238E27FC236}">
                <a16:creationId xmlns:a16="http://schemas.microsoft.com/office/drawing/2014/main" id="{7A468FEB-32D3-72A8-2B5B-8AA420E1450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1FCC7A5-A3E3-2E35-59D9-0F37644E75B8}"/>
              </a:ext>
            </a:extLst>
          </p:cNvPr>
          <p:cNvSpPr>
            <a:spLocks noGrp="1" noChangeArrowheads="1"/>
          </p:cNvSpPr>
          <p:nvPr>
            <p:ph type="sldNum" sz="quarter" idx="12"/>
          </p:nvPr>
        </p:nvSpPr>
        <p:spPr>
          <a:ln/>
        </p:spPr>
        <p:txBody>
          <a:bodyPr/>
          <a:lstStyle>
            <a:lvl1pPr>
              <a:defRPr/>
            </a:lvl1pPr>
          </a:lstStyle>
          <a:p>
            <a:pPr>
              <a:defRPr/>
            </a:pPr>
            <a:fld id="{E2327184-B984-44DD-A88A-2E11132AE629}" type="slidenum">
              <a:rPr lang="en-US" altLang="en-US"/>
              <a:pPr>
                <a:defRPr/>
              </a:pPr>
              <a:t>‹#›</a:t>
            </a:fld>
            <a:endParaRPr lang="en-US" altLang="en-US"/>
          </a:p>
        </p:txBody>
      </p:sp>
    </p:spTree>
    <p:extLst>
      <p:ext uri="{BB962C8B-B14F-4D97-AF65-F5344CB8AC3E}">
        <p14:creationId xmlns:p14="http://schemas.microsoft.com/office/powerpoint/2010/main" val="359758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4901"/>
          </a:srgbClr>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DA00E46-1048-B70C-0511-AF910D47C29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9C1AC518-674A-FB73-1A01-5856255BBF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308EE94-17C9-A293-94B7-AAF95392960D}"/>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Times New Roman" panose="02020603050405020304" pitchFamily="18" charset="0"/>
              </a:defRPr>
            </a:lvl1pPr>
          </a:lstStyle>
          <a:p>
            <a:pPr>
              <a:defRPr/>
            </a:pPr>
            <a:fld id="{610315D4-322A-49E4-A4E6-14D196AE3853}" type="datetime3">
              <a:rPr lang="en-US" altLang="en-US" smtClean="0"/>
              <a:t>7 November 2025</a:t>
            </a:fld>
            <a:endParaRPr lang="en-US" altLang="en-US"/>
          </a:p>
        </p:txBody>
      </p:sp>
      <p:sp>
        <p:nvSpPr>
          <p:cNvPr id="1029" name="Rectangle 5">
            <a:extLst>
              <a:ext uri="{FF2B5EF4-FFF2-40B4-BE49-F238E27FC236}">
                <a16:creationId xmlns:a16="http://schemas.microsoft.com/office/drawing/2014/main" id="{BEF0E00E-478C-A2CF-84E5-0E7B4A99356D}"/>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panose="02020603050405020304" pitchFamily="18" charset="0"/>
              </a:defRPr>
            </a:lvl1pPr>
          </a:lstStyle>
          <a:p>
            <a:pPr>
              <a:defRPr/>
            </a:pPr>
            <a:endParaRPr lang="en-US" altLang="en-US"/>
          </a:p>
        </p:txBody>
      </p:sp>
      <p:sp>
        <p:nvSpPr>
          <p:cNvPr id="1030" name="Rectangle 6">
            <a:extLst>
              <a:ext uri="{FF2B5EF4-FFF2-40B4-BE49-F238E27FC236}">
                <a16:creationId xmlns:a16="http://schemas.microsoft.com/office/drawing/2014/main" id="{E21B1F6A-D777-72C4-A5F5-69EF0E33921C}"/>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5755D2D1-D433-4657-8B82-4678163084C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7" r:id="rId7"/>
    <p:sldLayoutId id="2147483703" r:id="rId8"/>
    <p:sldLayoutId id="2147483704" r:id="rId9"/>
    <p:sldLayoutId id="2147483705" r:id="rId10"/>
    <p:sldLayoutId id="2147483706" r:id="rId11"/>
  </p:sldLayoutIdLst>
  <p:hf sldNum="0"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anose="02020603050405020304" pitchFamily="18" charset="0"/>
        </a:defRPr>
      </a:lvl2pPr>
      <a:lvl3pPr algn="ctr" rtl="0" eaLnBrk="1" fontAlgn="base" hangingPunct="1">
        <a:spcBef>
          <a:spcPct val="0"/>
        </a:spcBef>
        <a:spcAft>
          <a:spcPct val="0"/>
        </a:spcAft>
        <a:defRPr sz="4400">
          <a:solidFill>
            <a:schemeClr val="tx2"/>
          </a:solidFill>
          <a:latin typeface="Times New Roman" panose="02020603050405020304" pitchFamily="18" charset="0"/>
        </a:defRPr>
      </a:lvl3pPr>
      <a:lvl4pPr algn="ctr" rtl="0" eaLnBrk="1" fontAlgn="base" hangingPunct="1">
        <a:spcBef>
          <a:spcPct val="0"/>
        </a:spcBef>
        <a:spcAft>
          <a:spcPct val="0"/>
        </a:spcAft>
        <a:defRPr sz="4400">
          <a:solidFill>
            <a:schemeClr val="tx2"/>
          </a:solidFill>
          <a:latin typeface="Times New Roman" panose="02020603050405020304" pitchFamily="18" charset="0"/>
        </a:defRPr>
      </a:lvl4pPr>
      <a:lvl5pPr algn="ctr" rtl="0" eaLnBrk="1" fontAlgn="base" hangingPunct="1">
        <a:spcBef>
          <a:spcPct val="0"/>
        </a:spcBef>
        <a:spcAft>
          <a:spcPct val="0"/>
        </a:spcAft>
        <a:defRPr sz="4400">
          <a:solidFill>
            <a:schemeClr val="tx2"/>
          </a:solidFill>
          <a:latin typeface="Times New Roman" panose="02020603050405020304" pitchFamily="18" charset="0"/>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3D2343C5-4477-904D-3975-F4CC2BCD7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F8CACE73-1E89-3CF7-E5F5-5BCAFFEFFDE1}"/>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4100" name="Picture 2">
            <a:extLst>
              <a:ext uri="{FF2B5EF4-FFF2-40B4-BE49-F238E27FC236}">
                <a16:creationId xmlns:a16="http://schemas.microsoft.com/office/drawing/2014/main" id="{77238E54-9365-5AC3-3F61-C0C4F90CD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9E43483A-12CB-80EB-60B8-EF81EB9FD42F}"/>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9152C5E8-4D29-4AB7-B2D6-BC687C7DD359}" type="slidenum">
              <a:rPr lang="en-US" altLang="en-US" sz="1600" b="1">
                <a:solidFill>
                  <a:srgbClr val="FFFFFF"/>
                </a:solidFill>
                <a:latin typeface="Comic Sans MS" panose="030F0702030302020204" pitchFamily="66" charset="0"/>
              </a:rPr>
              <a:pPr algn="ctr" eaLnBrk="1" hangingPunct="1">
                <a:defRPr/>
              </a:pPr>
              <a:t>1</a:t>
            </a:fld>
            <a:endParaRPr lang="en-US" altLang="en-US" sz="1600" b="1">
              <a:solidFill>
                <a:srgbClr val="FFFFFF"/>
              </a:solidFill>
              <a:latin typeface="Comic Sans MS" panose="030F0702030302020204" pitchFamily="66" charset="0"/>
            </a:endParaRPr>
          </a:p>
        </p:txBody>
      </p:sp>
      <p:sp>
        <p:nvSpPr>
          <p:cNvPr id="9" name="TextBox 8">
            <a:extLst>
              <a:ext uri="{FF2B5EF4-FFF2-40B4-BE49-F238E27FC236}">
                <a16:creationId xmlns:a16="http://schemas.microsoft.com/office/drawing/2014/main" id="{1BBC696F-F782-4934-3F35-C51381FAFEB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53CF5DA6-6C5B-3F66-906F-5E7EE6782373}"/>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4105" name="Picture 10" descr="A picture containing text, sign, watch&#10;&#10;Description automatically generated">
            <a:extLst>
              <a:ext uri="{FF2B5EF4-FFF2-40B4-BE49-F238E27FC236}">
                <a16:creationId xmlns:a16="http://schemas.microsoft.com/office/drawing/2014/main" id="{D718867B-27CA-324B-0E4E-FCBD02F42A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 name="TextBox 1">
            <a:extLst>
              <a:ext uri="{FF2B5EF4-FFF2-40B4-BE49-F238E27FC236}">
                <a16:creationId xmlns:a16="http://schemas.microsoft.com/office/drawing/2014/main" id="{2E3F9031-35BE-6F66-F084-86AD955774BB}"/>
              </a:ext>
            </a:extLst>
          </p:cNvPr>
          <p:cNvSpPr txBox="1">
            <a:spLocks noChangeArrowheads="1"/>
          </p:cNvSpPr>
          <p:nvPr/>
        </p:nvSpPr>
        <p:spPr bwMode="auto">
          <a:xfrm>
            <a:off x="919163" y="1515682"/>
            <a:ext cx="71061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sz="4000" b="1" dirty="0"/>
              <a:t>YOUR HANDYMAN</a:t>
            </a:r>
            <a:endParaRPr lang="en-US" altLang="en-US" sz="4000" b="1" dirty="0">
              <a:latin typeface="Verdana" panose="020B0604030504040204" pitchFamily="34" charset="0"/>
              <a:ea typeface="Verdana" panose="020B0604030504040204" pitchFamily="34" charset="0"/>
              <a:cs typeface="Verdana" panose="020B0604030504040204" pitchFamily="34" charset="0"/>
            </a:endParaRPr>
          </a:p>
        </p:txBody>
      </p:sp>
      <p:sp>
        <p:nvSpPr>
          <p:cNvPr id="2" name="Title 1">
            <a:extLst>
              <a:ext uri="{FF2B5EF4-FFF2-40B4-BE49-F238E27FC236}">
                <a16:creationId xmlns:a16="http://schemas.microsoft.com/office/drawing/2014/main" id="{203C85DA-F8A5-D4E6-EB3A-CC2D28F35D3A}"/>
              </a:ext>
            </a:extLst>
          </p:cNvPr>
          <p:cNvSpPr txBox="1">
            <a:spLocks/>
          </p:cNvSpPr>
          <p:nvPr/>
        </p:nvSpPr>
        <p:spPr>
          <a:xfrm>
            <a:off x="-99286" y="2203726"/>
            <a:ext cx="9143538" cy="6480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b="1" kern="1200">
                <a:solidFill>
                  <a:schemeClr val="accent1">
                    <a:lumMod val="50000"/>
                  </a:schemeClr>
                </a:solidFill>
                <a:latin typeface="Times New Roman" panose="02020603050405020304" pitchFamily="18" charset="0"/>
                <a:ea typeface="+mj-ea"/>
                <a:cs typeface="Times New Roman" panose="02020603050405020304" pitchFamily="18" charset="0"/>
              </a:defRPr>
            </a:lvl1pPr>
          </a:lstStyle>
          <a:p>
            <a:r>
              <a:rPr lang="en-US" spc="30" dirty="0">
                <a:solidFill>
                  <a:schemeClr val="tx1"/>
                </a:solidFill>
                <a:ea typeface="Verdana" panose="020B0604030504040204" pitchFamily="34" charset="0"/>
              </a:rPr>
              <a:t>23CS553 – Mini Project III</a:t>
            </a:r>
            <a:endParaRPr lang="en-US" dirty="0">
              <a:solidFill>
                <a:schemeClr val="tx1"/>
              </a:solidFill>
            </a:endParaRPr>
          </a:p>
        </p:txBody>
      </p:sp>
      <p:sp>
        <p:nvSpPr>
          <p:cNvPr id="5" name="Content Placeholder 2">
            <a:extLst>
              <a:ext uri="{FF2B5EF4-FFF2-40B4-BE49-F238E27FC236}">
                <a16:creationId xmlns:a16="http://schemas.microsoft.com/office/drawing/2014/main" id="{1DA8B3CF-B048-2157-EF5E-0D79342F9707}"/>
              </a:ext>
            </a:extLst>
          </p:cNvPr>
          <p:cNvSpPr txBox="1">
            <a:spLocks/>
          </p:cNvSpPr>
          <p:nvPr/>
        </p:nvSpPr>
        <p:spPr>
          <a:xfrm>
            <a:off x="539552" y="3808983"/>
            <a:ext cx="5348287" cy="2492912"/>
          </a:xfrm>
          <a:prstGeom prst="rect">
            <a:avLst/>
          </a:prstGeom>
        </p:spPr>
        <p:txBody>
          <a:bodyPr>
            <a:normAutofit/>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IN" sz="2300" b="1" dirty="0"/>
              <a:t>Guided By,</a:t>
            </a:r>
          </a:p>
          <a:p>
            <a:pPr marL="0" indent="0">
              <a:spcBef>
                <a:spcPts val="600"/>
              </a:spcBef>
              <a:buFontTx/>
              <a:buNone/>
            </a:pPr>
            <a:r>
              <a:rPr lang="en-IN" sz="2300" b="1" dirty="0"/>
              <a:t>Dr. G. Ananthi, AP(</a:t>
            </a:r>
            <a:r>
              <a:rPr lang="en-IN" sz="2300" b="1" dirty="0" err="1"/>
              <a:t>Sl.Gr</a:t>
            </a:r>
            <a:r>
              <a:rPr lang="en-IN" sz="2300" b="1" dirty="0"/>
              <a:t>.)</a:t>
            </a:r>
          </a:p>
          <a:p>
            <a:pPr marL="0" indent="0">
              <a:spcBef>
                <a:spcPts val="600"/>
              </a:spcBef>
              <a:buFontTx/>
              <a:buNone/>
            </a:pPr>
            <a:r>
              <a:rPr lang="en-IN" sz="2300" b="1" dirty="0"/>
              <a:t>Dr. Karkuzhali, AP(</a:t>
            </a:r>
            <a:r>
              <a:rPr lang="en-IN" sz="2300" b="1" dirty="0" err="1"/>
              <a:t>Sr.Gr</a:t>
            </a:r>
            <a:r>
              <a:rPr lang="en-IN" sz="2300" b="1" dirty="0"/>
              <a:t>.)</a:t>
            </a:r>
          </a:p>
          <a:p>
            <a:pPr marL="0" indent="0">
              <a:spcBef>
                <a:spcPts val="600"/>
              </a:spcBef>
              <a:buFontTx/>
              <a:buNone/>
            </a:pPr>
            <a:r>
              <a:rPr lang="en-IN" sz="2300" b="1" dirty="0"/>
              <a:t>Department of CSE</a:t>
            </a:r>
          </a:p>
        </p:txBody>
      </p:sp>
      <p:sp>
        <p:nvSpPr>
          <p:cNvPr id="6" name="Content Placeholder 3">
            <a:extLst>
              <a:ext uri="{FF2B5EF4-FFF2-40B4-BE49-F238E27FC236}">
                <a16:creationId xmlns:a16="http://schemas.microsoft.com/office/drawing/2014/main" id="{32433416-18BD-1103-6BE3-EABD878FFF96}"/>
              </a:ext>
            </a:extLst>
          </p:cNvPr>
          <p:cNvSpPr txBox="1">
            <a:spLocks/>
          </p:cNvSpPr>
          <p:nvPr/>
        </p:nvSpPr>
        <p:spPr>
          <a:xfrm>
            <a:off x="4254361" y="3763268"/>
            <a:ext cx="4597400" cy="1656184"/>
          </a:xfrm>
          <a:prstGeom prst="rect">
            <a:avLst/>
          </a:prstGeom>
        </p:spPr>
        <p:txBody>
          <a:bodyPr>
            <a:normAutofit/>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S. Santhana Pandi (9517202304141)</a:t>
            </a:r>
          </a:p>
          <a:p>
            <a:r>
              <a:rPr lang="en-US" sz="2000" b="1" dirty="0"/>
              <a:t>B. Sivakavi (9517202304158)</a:t>
            </a:r>
          </a:p>
          <a:p>
            <a:r>
              <a:rPr lang="en-US" sz="2000" b="1" dirty="0"/>
              <a:t>M.P. Nitharsan </a:t>
            </a:r>
            <a:r>
              <a:rPr lang="en-US" sz="2000" b="1"/>
              <a:t>(9517202304104)</a:t>
            </a:r>
            <a:endParaRPr lang="en-US"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1">
            <a:extLst>
              <a:ext uri="{FF2B5EF4-FFF2-40B4-BE49-F238E27FC236}">
                <a16:creationId xmlns:a16="http://schemas.microsoft.com/office/drawing/2014/main" id="{2B142F96-73E2-8FDB-58AD-F1663FFB8CE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21" name="Date Placeholder 1">
            <a:extLst>
              <a:ext uri="{FF2B5EF4-FFF2-40B4-BE49-F238E27FC236}">
                <a16:creationId xmlns:a16="http://schemas.microsoft.com/office/drawing/2014/main" id="{AC64F4C4-69D5-8C81-5ABB-1914B6A8EAD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22" name="Date Placeholder 1">
            <a:extLst>
              <a:ext uri="{FF2B5EF4-FFF2-40B4-BE49-F238E27FC236}">
                <a16:creationId xmlns:a16="http://schemas.microsoft.com/office/drawing/2014/main" id="{3B045005-B0BA-302D-7048-8C0494EB4045}"/>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23" name="Date Placeholder 1">
            <a:extLst>
              <a:ext uri="{FF2B5EF4-FFF2-40B4-BE49-F238E27FC236}">
                <a16:creationId xmlns:a16="http://schemas.microsoft.com/office/drawing/2014/main" id="{74D83FBA-31E9-5577-23B7-0F4491A3F09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24" name="Date Placeholder 1">
            <a:extLst>
              <a:ext uri="{FF2B5EF4-FFF2-40B4-BE49-F238E27FC236}">
                <a16:creationId xmlns:a16="http://schemas.microsoft.com/office/drawing/2014/main" id="{02AEBF4C-4957-D121-6B2C-A12E2F352BC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26" name="Picture 25">
            <a:extLst>
              <a:ext uri="{FF2B5EF4-FFF2-40B4-BE49-F238E27FC236}">
                <a16:creationId xmlns:a16="http://schemas.microsoft.com/office/drawing/2014/main" id="{97563488-36D6-BCBC-7E98-187351CDCF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4">
            <a:extLst>
              <a:ext uri="{FF2B5EF4-FFF2-40B4-BE49-F238E27FC236}">
                <a16:creationId xmlns:a16="http://schemas.microsoft.com/office/drawing/2014/main" id="{E4416894-38DF-BBF1-9D25-791943D86D22}"/>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28" name="Picture 2">
            <a:extLst>
              <a:ext uri="{FF2B5EF4-FFF2-40B4-BE49-F238E27FC236}">
                <a16:creationId xmlns:a16="http://schemas.microsoft.com/office/drawing/2014/main" id="{72A8392D-F07C-E7E5-1BDB-B0F9D3B1B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ctangle: Rounded Corners 28">
            <a:extLst>
              <a:ext uri="{FF2B5EF4-FFF2-40B4-BE49-F238E27FC236}">
                <a16:creationId xmlns:a16="http://schemas.microsoft.com/office/drawing/2014/main" id="{8B4DD515-9F51-6F79-305F-4562360B1E2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a:t>
            </a:fld>
            <a:endParaRPr lang="en-US" altLang="en-US" sz="1600" b="1">
              <a:solidFill>
                <a:srgbClr val="FFFFFF"/>
              </a:solidFill>
              <a:latin typeface="Comic Sans MS" panose="030F0702030302020204" pitchFamily="66" charset="0"/>
            </a:endParaRPr>
          </a:p>
        </p:txBody>
      </p:sp>
      <p:sp>
        <p:nvSpPr>
          <p:cNvPr id="30" name="Date Placeholder 7">
            <a:extLst>
              <a:ext uri="{FF2B5EF4-FFF2-40B4-BE49-F238E27FC236}">
                <a16:creationId xmlns:a16="http://schemas.microsoft.com/office/drawing/2014/main" id="{AC5A5945-6682-771A-5205-0CF7A6E36370}"/>
              </a:ext>
            </a:extLst>
          </p:cNvPr>
          <p:cNvSpPr txBox="1">
            <a:spLocks/>
          </p:cNvSpPr>
          <p:nvPr/>
        </p:nvSpPr>
        <p:spPr bwMode="auto">
          <a:xfrm>
            <a:off x="0" y="6564313"/>
            <a:ext cx="2195736"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31" name="TextBox 30">
            <a:extLst>
              <a:ext uri="{FF2B5EF4-FFF2-40B4-BE49-F238E27FC236}">
                <a16:creationId xmlns:a16="http://schemas.microsoft.com/office/drawing/2014/main" id="{BE6E675A-628B-03FD-F516-C44AED50A4C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32" name="Oval 31">
            <a:extLst>
              <a:ext uri="{FF2B5EF4-FFF2-40B4-BE49-F238E27FC236}">
                <a16:creationId xmlns:a16="http://schemas.microsoft.com/office/drawing/2014/main" id="{3861283D-CE99-61D7-8993-7FE8AC57C83F}"/>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33" name="Picture 32" descr="A picture containing text, sign, watch&#10;&#10;Description automatically generated">
            <a:extLst>
              <a:ext uri="{FF2B5EF4-FFF2-40B4-BE49-F238E27FC236}">
                <a16:creationId xmlns:a16="http://schemas.microsoft.com/office/drawing/2014/main" id="{CEFE3CCF-39E3-D315-1425-5440AB9DE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Box 33">
            <a:extLst>
              <a:ext uri="{FF2B5EF4-FFF2-40B4-BE49-F238E27FC236}">
                <a16:creationId xmlns:a16="http://schemas.microsoft.com/office/drawing/2014/main" id="{64AF2327-91B5-4917-6E67-CB8990754E0F}"/>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36" name="TextBox 35">
            <a:extLst>
              <a:ext uri="{FF2B5EF4-FFF2-40B4-BE49-F238E27FC236}">
                <a16:creationId xmlns:a16="http://schemas.microsoft.com/office/drawing/2014/main" id="{235D087F-6249-4B6E-ED64-A51C5E090DF2}"/>
              </a:ext>
            </a:extLst>
          </p:cNvPr>
          <p:cNvSpPr txBox="1"/>
          <p:nvPr/>
        </p:nvSpPr>
        <p:spPr>
          <a:xfrm>
            <a:off x="192064" y="861920"/>
            <a:ext cx="4590046" cy="477054"/>
          </a:xfrm>
          <a:prstGeom prst="rect">
            <a:avLst/>
          </a:prstGeom>
          <a:noFill/>
        </p:spPr>
        <p:txBody>
          <a:bodyPr wrap="square">
            <a:spAutoFit/>
          </a:bodyPr>
          <a:lstStyle/>
          <a:p>
            <a:pPr>
              <a:spcBef>
                <a:spcPct val="0"/>
              </a:spcBef>
              <a:buFontTx/>
              <a:buNone/>
            </a:pPr>
            <a:r>
              <a:rPr lang="en-US" altLang="en-US" sz="2500" b="1" dirty="0">
                <a:latin typeface="+mj-lt"/>
                <a:ea typeface="Verdana" panose="020B0604030504040204" pitchFamily="34" charset="0"/>
                <a:cs typeface="Verdana" panose="020B0604030504040204" pitchFamily="34" charset="0"/>
              </a:rPr>
              <a:t>Problem Description:  </a:t>
            </a:r>
          </a:p>
        </p:txBody>
      </p:sp>
      <p:sp>
        <p:nvSpPr>
          <p:cNvPr id="38" name="TextBox 37">
            <a:extLst>
              <a:ext uri="{FF2B5EF4-FFF2-40B4-BE49-F238E27FC236}">
                <a16:creationId xmlns:a16="http://schemas.microsoft.com/office/drawing/2014/main" id="{9EB8AADB-DD56-DF7E-3CCF-D535CAF9EF0F}"/>
              </a:ext>
            </a:extLst>
          </p:cNvPr>
          <p:cNvSpPr txBox="1"/>
          <p:nvPr/>
        </p:nvSpPr>
        <p:spPr>
          <a:xfrm>
            <a:off x="467544" y="1482703"/>
            <a:ext cx="8082731" cy="4109715"/>
          </a:xfrm>
          <a:prstGeom prst="rect">
            <a:avLst/>
          </a:prstGeom>
          <a:noFill/>
        </p:spPr>
        <p:txBody>
          <a:bodyPr wrap="square">
            <a:spAutoFit/>
          </a:bodyPr>
          <a:lstStyle/>
          <a:p>
            <a:pPr algn="just">
              <a:lnSpc>
                <a:spcPct val="150000"/>
              </a:lnSpc>
            </a:pPr>
            <a:r>
              <a:rPr lang="en-US" sz="1600" dirty="0"/>
              <a:t>	In our daily life, people often need household or professional services like plumbing, electrical work, carpentry, or cleaning. Finding reliable and skilled service providers can be difficult and time-consuming. Traditional methods such as calling individual workers, asking for personal referrals, or relying on offline booking systems are often inefficient, slow, and sometimes unreliable. This creates problems for both users and service providers. Users may not get services on time, and service providers may not get proper bookings or schedules.</a:t>
            </a:r>
          </a:p>
          <a:p>
            <a:pPr algn="just">
              <a:lnSpc>
                <a:spcPct val="150000"/>
              </a:lnSpc>
            </a:pPr>
            <a:r>
              <a:rPr lang="en-US" sz="1600" dirty="0"/>
              <a:t>	The </a:t>
            </a:r>
            <a:r>
              <a:rPr lang="en-US" sz="1600" b="1" dirty="0"/>
              <a:t>“Your Handyman” </a:t>
            </a:r>
            <a:r>
              <a:rPr lang="en-US" sz="1600" dirty="0"/>
              <a:t>project aims to solve these problems by creating a web-based platform that connects users with service providers easily and efficiently. Users can browse available services, check details of service providers, book appointments, and track the status of their requests. Real-time updates and notifications help users stay informed about their bookings and reduce waiting time or confusion</a:t>
            </a:r>
            <a:endParaRPr lang="en-IN" sz="1600" dirty="0">
              <a:effectLst/>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07674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74A914C2-1E7C-A801-B214-28388507CAAA}"/>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12639F6B-0FD5-CBF3-717F-EB7C35F7E9C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endParaRPr lang="en-US" altLang="en-US" dirty="0"/>
          </a:p>
        </p:txBody>
      </p:sp>
      <p:pic>
        <p:nvPicPr>
          <p:cNvPr id="9" name="Picture 8">
            <a:extLst>
              <a:ext uri="{FF2B5EF4-FFF2-40B4-BE49-F238E27FC236}">
                <a16:creationId xmlns:a16="http://schemas.microsoft.com/office/drawing/2014/main" id="{8D0AA1E8-2FA2-B512-14E7-F49FCE840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A966B9D3-E83C-D22F-4190-83977F3D6613}"/>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1" name="Picture 2">
            <a:extLst>
              <a:ext uri="{FF2B5EF4-FFF2-40B4-BE49-F238E27FC236}">
                <a16:creationId xmlns:a16="http://schemas.microsoft.com/office/drawing/2014/main" id="{99C989DC-6447-C8AE-68A1-9AA51EAC1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Rounded Corners 11">
            <a:extLst>
              <a:ext uri="{FF2B5EF4-FFF2-40B4-BE49-F238E27FC236}">
                <a16:creationId xmlns:a16="http://schemas.microsoft.com/office/drawing/2014/main" id="{6C970124-9007-2EC1-25A5-7D7049F9F3C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a:t>
            </a:fld>
            <a:endParaRPr lang="en-US" altLang="en-US" sz="1600" b="1">
              <a:solidFill>
                <a:srgbClr val="FFFFFF"/>
              </a:solidFill>
              <a:latin typeface="Comic Sans MS" panose="030F0702030302020204" pitchFamily="66" charset="0"/>
            </a:endParaRPr>
          </a:p>
        </p:txBody>
      </p:sp>
      <p:sp>
        <p:nvSpPr>
          <p:cNvPr id="13" name="Date Placeholder 7">
            <a:extLst>
              <a:ext uri="{FF2B5EF4-FFF2-40B4-BE49-F238E27FC236}">
                <a16:creationId xmlns:a16="http://schemas.microsoft.com/office/drawing/2014/main" id="{31B80197-59FE-1A05-1A9D-582636C3DDED}"/>
              </a:ext>
            </a:extLst>
          </p:cNvPr>
          <p:cNvSpPr txBox="1">
            <a:spLocks/>
          </p:cNvSpPr>
          <p:nvPr/>
        </p:nvSpPr>
        <p:spPr bwMode="auto">
          <a:xfrm>
            <a:off x="0" y="6564313"/>
            <a:ext cx="205172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73980178-CE36-F88B-EA7D-76D3C6ABF898}"/>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5" name="Oval 14">
            <a:extLst>
              <a:ext uri="{FF2B5EF4-FFF2-40B4-BE49-F238E27FC236}">
                <a16:creationId xmlns:a16="http://schemas.microsoft.com/office/drawing/2014/main" id="{7E0E77B7-6D0D-E454-9C11-0C89BBB324D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6" name="Picture 15" descr="A picture containing text, sign, watch&#10;&#10;Description automatically generated">
            <a:extLst>
              <a:ext uri="{FF2B5EF4-FFF2-40B4-BE49-F238E27FC236}">
                <a16:creationId xmlns:a16="http://schemas.microsoft.com/office/drawing/2014/main" id="{D3DC1EEB-C6B7-8FDD-4A45-8321B6B514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EC6DA7A6-10F7-4574-ABF4-0830228BB05C}"/>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27B94FD6-959B-EA2A-72F0-2C24C0370678}"/>
              </a:ext>
            </a:extLst>
          </p:cNvPr>
          <p:cNvSpPr txBox="1"/>
          <p:nvPr/>
        </p:nvSpPr>
        <p:spPr>
          <a:xfrm>
            <a:off x="597720" y="1924050"/>
            <a:ext cx="7757293" cy="4040593"/>
          </a:xfrm>
          <a:prstGeom prst="rect">
            <a:avLst/>
          </a:prstGeom>
          <a:noFill/>
        </p:spPr>
        <p:txBody>
          <a:bodyPr wrap="square">
            <a:spAutoFit/>
          </a:bodyPr>
          <a:lstStyle/>
          <a:p>
            <a:pPr marL="0" indent="0" algn="just">
              <a:buNone/>
            </a:pPr>
            <a:r>
              <a:rPr lang="en-US" sz="1800" dirty="0"/>
              <a:t>The main objective of the </a:t>
            </a:r>
            <a:r>
              <a:rPr lang="en-US" sz="1800" b="1" dirty="0"/>
              <a:t>"Your Handyman"</a:t>
            </a:r>
            <a:r>
              <a:rPr lang="en-US" sz="1800" dirty="0"/>
              <a:t> system is:</a:t>
            </a:r>
          </a:p>
          <a:p>
            <a:pPr marL="285750" indent="-285750" algn="just">
              <a:lnSpc>
                <a:spcPct val="110000"/>
              </a:lnSpc>
              <a:buFont typeface="Arial" panose="020B0604020202020204" pitchFamily="34" charset="0"/>
              <a:buChar char="•"/>
            </a:pPr>
            <a:r>
              <a:rPr lang="en-US" sz="1800" b="1" dirty="0"/>
              <a:t>To</a:t>
            </a:r>
            <a:r>
              <a:rPr lang="en-US" sz="1800" dirty="0"/>
              <a:t> create an easy-to-use platform where users can view, book, and review handyman services like maintenance, installation, repair, cleaning, renovation, and Painting.</a:t>
            </a:r>
          </a:p>
          <a:p>
            <a:pPr marL="285750" indent="-285750" algn="just">
              <a:lnSpc>
                <a:spcPct val="110000"/>
              </a:lnSpc>
              <a:buFont typeface="Arial" panose="020B0604020202020204" pitchFamily="34" charset="0"/>
              <a:buChar char="•"/>
            </a:pPr>
            <a:r>
              <a:rPr lang="en-US" sz="1800" b="1" dirty="0"/>
              <a:t>To</a:t>
            </a:r>
            <a:r>
              <a:rPr lang="en-US" sz="1800" dirty="0"/>
              <a:t> allow admins to manage service appointments, add or update services, and keep track of past records.</a:t>
            </a:r>
          </a:p>
          <a:p>
            <a:pPr marL="285750" indent="-285750" algn="just">
              <a:lnSpc>
                <a:spcPct val="110000"/>
              </a:lnSpc>
              <a:buFont typeface="Arial" panose="020B0604020202020204" pitchFamily="34" charset="0"/>
              <a:buChar char="•"/>
            </a:pPr>
            <a:r>
              <a:rPr lang="en-US" sz="1800" b="1" dirty="0"/>
              <a:t>To</a:t>
            </a:r>
            <a:r>
              <a:rPr lang="en-US" sz="1800" dirty="0"/>
              <a:t> make the whole process of finding, booking, and getting services quick, clear, and reliable for everyone.</a:t>
            </a:r>
          </a:p>
          <a:p>
            <a:pPr marL="285750" indent="-285750" algn="just">
              <a:lnSpc>
                <a:spcPct val="110000"/>
              </a:lnSpc>
              <a:buFont typeface="Arial" panose="020B0604020202020204" pitchFamily="34" charset="0"/>
              <a:buChar char="•"/>
            </a:pPr>
            <a:r>
              <a:rPr lang="en-US" sz="1800" b="1" dirty="0"/>
              <a:t>To</a:t>
            </a:r>
            <a:r>
              <a:rPr lang="en-US" sz="1800" dirty="0"/>
              <a:t> provide a way for users to contact service provider and customer care for any service issues.</a:t>
            </a:r>
          </a:p>
          <a:p>
            <a:pPr marL="285750" indent="-285750" algn="just">
              <a:lnSpc>
                <a:spcPct val="110000"/>
              </a:lnSpc>
              <a:buFont typeface="Arial" panose="020B0604020202020204" pitchFamily="34" charset="0"/>
              <a:buChar char="•"/>
            </a:pPr>
            <a:r>
              <a:rPr lang="en-US" sz="1800" b="1" dirty="0"/>
              <a:t>To</a:t>
            </a:r>
            <a:r>
              <a:rPr lang="en-US" sz="1800" dirty="0"/>
              <a:t> maintain a complete history of services to ensure better tracking, quality control, and future improvements.</a:t>
            </a:r>
          </a:p>
          <a:p>
            <a:pPr marL="285750" indent="-285750">
              <a:lnSpc>
                <a:spcPct val="150000"/>
              </a:lnSpc>
            </a:pPr>
            <a:endParaRPr lang="en-IN" altLang="en-US" sz="1600" dirty="0">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E08239FD-AAD4-F25E-3679-A5173E32130B}"/>
              </a:ext>
            </a:extLst>
          </p:cNvPr>
          <p:cNvSpPr txBox="1"/>
          <p:nvPr/>
        </p:nvSpPr>
        <p:spPr>
          <a:xfrm>
            <a:off x="597720" y="1101291"/>
            <a:ext cx="4584938" cy="600293"/>
          </a:xfrm>
          <a:prstGeom prst="rect">
            <a:avLst/>
          </a:prstGeom>
          <a:noFill/>
        </p:spPr>
        <p:txBody>
          <a:bodyPr wrap="square">
            <a:spAutoFit/>
          </a:bodyPr>
          <a:lstStyle/>
          <a:p>
            <a:pPr>
              <a:lnSpc>
                <a:spcPct val="150000"/>
              </a:lnSpc>
              <a:spcBef>
                <a:spcPct val="0"/>
              </a:spcBef>
              <a:buFontTx/>
              <a:buNone/>
            </a:pPr>
            <a:r>
              <a:rPr lang="en-US" altLang="en-US" sz="2500" b="1" dirty="0">
                <a:latin typeface="+mj-lt"/>
                <a:ea typeface="Verdana" panose="020B0604030504040204" pitchFamily="34" charset="0"/>
                <a:cs typeface="Verdana" panose="020B0604030504040204" pitchFamily="34" charset="0"/>
              </a:rPr>
              <a:t>Objective:</a:t>
            </a:r>
          </a:p>
        </p:txBody>
      </p:sp>
    </p:spTree>
    <p:extLst>
      <p:ext uri="{BB962C8B-B14F-4D97-AF65-F5344CB8AC3E}">
        <p14:creationId xmlns:p14="http://schemas.microsoft.com/office/powerpoint/2010/main" val="1797782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5B00CF85-5E60-B4D1-88D4-C2BB5593961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3910C6A8-6045-3978-9334-399DE602F905}"/>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5" name="Date Placeholder 1">
            <a:extLst>
              <a:ext uri="{FF2B5EF4-FFF2-40B4-BE49-F238E27FC236}">
                <a16:creationId xmlns:a16="http://schemas.microsoft.com/office/drawing/2014/main" id="{DD93477B-D5E0-7B16-28F4-2B7898C8C42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6" name="Date Placeholder 1">
            <a:extLst>
              <a:ext uri="{FF2B5EF4-FFF2-40B4-BE49-F238E27FC236}">
                <a16:creationId xmlns:a16="http://schemas.microsoft.com/office/drawing/2014/main" id="{9A415C61-33D8-9385-78BA-FD5CD1A547B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7" name="Date Placeholder 1">
            <a:extLst>
              <a:ext uri="{FF2B5EF4-FFF2-40B4-BE49-F238E27FC236}">
                <a16:creationId xmlns:a16="http://schemas.microsoft.com/office/drawing/2014/main" id="{6F51DE9B-9FB5-68A6-7124-F7A5EA17928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8" name="Date Placeholder 1">
            <a:extLst>
              <a:ext uri="{FF2B5EF4-FFF2-40B4-BE49-F238E27FC236}">
                <a16:creationId xmlns:a16="http://schemas.microsoft.com/office/drawing/2014/main" id="{5EA15030-2A43-6C61-192E-D27AEDFC9C42}"/>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9" name="Picture 8">
            <a:extLst>
              <a:ext uri="{FF2B5EF4-FFF2-40B4-BE49-F238E27FC236}">
                <a16:creationId xmlns:a16="http://schemas.microsoft.com/office/drawing/2014/main" id="{5746585D-23AE-D3EE-7144-A28ECC2CA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FF4E2BCD-EF65-CB47-9315-2B4F3D320C5C}"/>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1" name="Picture 2">
            <a:extLst>
              <a:ext uri="{FF2B5EF4-FFF2-40B4-BE49-F238E27FC236}">
                <a16:creationId xmlns:a16="http://schemas.microsoft.com/office/drawing/2014/main" id="{C3B130C5-6B4B-7B65-169D-73380B151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Rounded Corners 11">
            <a:extLst>
              <a:ext uri="{FF2B5EF4-FFF2-40B4-BE49-F238E27FC236}">
                <a16:creationId xmlns:a16="http://schemas.microsoft.com/office/drawing/2014/main" id="{42D497FD-CBA7-F315-BBD0-7A7D304FEC0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4</a:t>
            </a:fld>
            <a:endParaRPr lang="en-US" altLang="en-US" sz="1600" b="1">
              <a:solidFill>
                <a:srgbClr val="FFFFFF"/>
              </a:solidFill>
              <a:latin typeface="Comic Sans MS" panose="030F0702030302020204" pitchFamily="66" charset="0"/>
            </a:endParaRPr>
          </a:p>
        </p:txBody>
      </p:sp>
      <p:sp>
        <p:nvSpPr>
          <p:cNvPr id="13" name="Date Placeholder 7">
            <a:extLst>
              <a:ext uri="{FF2B5EF4-FFF2-40B4-BE49-F238E27FC236}">
                <a16:creationId xmlns:a16="http://schemas.microsoft.com/office/drawing/2014/main" id="{6A621137-E445-241B-8ECE-CF4B2712C137}"/>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6DCAA4D0-4327-F4BB-3365-861D18020D0C}"/>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5" name="Oval 14">
            <a:extLst>
              <a:ext uri="{FF2B5EF4-FFF2-40B4-BE49-F238E27FC236}">
                <a16:creationId xmlns:a16="http://schemas.microsoft.com/office/drawing/2014/main" id="{12AB9698-55F2-0D07-CA9B-2E6953017F12}"/>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6" name="Picture 15" descr="A picture containing text, sign, watch&#10;&#10;Description automatically generated">
            <a:extLst>
              <a:ext uri="{FF2B5EF4-FFF2-40B4-BE49-F238E27FC236}">
                <a16:creationId xmlns:a16="http://schemas.microsoft.com/office/drawing/2014/main" id="{9CA2EC8A-1953-634B-DB1B-3DEC505AD9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43C5D406-1FE6-6BDD-55B2-0CAF5F60EC91}"/>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658AD571-D768-6B60-6DEA-17BD15625ECC}"/>
              </a:ext>
            </a:extLst>
          </p:cNvPr>
          <p:cNvSpPr txBox="1"/>
          <p:nvPr/>
        </p:nvSpPr>
        <p:spPr>
          <a:xfrm>
            <a:off x="595726" y="1712697"/>
            <a:ext cx="8152738" cy="4197559"/>
          </a:xfrm>
          <a:prstGeom prst="rect">
            <a:avLst/>
          </a:prstGeom>
          <a:noFill/>
        </p:spPr>
        <p:txBody>
          <a:bodyPr wrap="square">
            <a:spAutoFit/>
          </a:bodyPr>
          <a:lstStyle/>
          <a:p>
            <a:pPr marL="0" indent="0" algn="just">
              <a:lnSpc>
                <a:spcPct val="150000"/>
              </a:lnSpc>
              <a:buNone/>
            </a:pPr>
            <a:r>
              <a:rPr lang="en-US" sz="1800" dirty="0">
                <a:latin typeface="+mj-lt"/>
              </a:rPr>
              <a:t>By using the </a:t>
            </a:r>
            <a:r>
              <a:rPr lang="en-US" sz="1800" b="1" dirty="0">
                <a:latin typeface="+mj-lt"/>
              </a:rPr>
              <a:t>"Your Handyman"</a:t>
            </a:r>
            <a:r>
              <a:rPr lang="en-US" sz="1800" dirty="0">
                <a:latin typeface="+mj-lt"/>
              </a:rPr>
              <a:t> system:</a:t>
            </a:r>
          </a:p>
          <a:p>
            <a:pPr marL="342900" indent="-342900" algn="just">
              <a:lnSpc>
                <a:spcPct val="150000"/>
              </a:lnSpc>
              <a:buFont typeface="Arial" panose="020B0604020202020204" pitchFamily="34" charset="0"/>
              <a:buChar char="•"/>
            </a:pPr>
            <a:r>
              <a:rPr lang="en-US" sz="1800" dirty="0">
                <a:latin typeface="+mj-lt"/>
              </a:rPr>
              <a:t>Users can easily find and book trusted handyman services from one place.</a:t>
            </a:r>
          </a:p>
          <a:p>
            <a:pPr marL="342900" indent="-342900" algn="just">
              <a:lnSpc>
                <a:spcPct val="150000"/>
              </a:lnSpc>
              <a:buFont typeface="Arial" panose="020B0604020202020204" pitchFamily="34" charset="0"/>
              <a:buChar char="•"/>
            </a:pPr>
            <a:r>
              <a:rPr lang="en-US" sz="1800" dirty="0">
                <a:latin typeface="+mj-lt"/>
              </a:rPr>
              <a:t>Admins can efficiently manage all service-related activities in a single system.</a:t>
            </a:r>
          </a:p>
          <a:p>
            <a:pPr marL="342900" indent="-342900" algn="just">
              <a:lnSpc>
                <a:spcPct val="150000"/>
              </a:lnSpc>
              <a:buFont typeface="Arial" panose="020B0604020202020204" pitchFamily="34" charset="0"/>
              <a:buChar char="•"/>
            </a:pPr>
            <a:r>
              <a:rPr lang="en-US" sz="1800" dirty="0">
                <a:latin typeface="+mj-lt"/>
              </a:rPr>
              <a:t>Service requests and bookings will be handled faster, saving time for both users and providers.</a:t>
            </a:r>
          </a:p>
          <a:p>
            <a:pPr marL="342900" indent="-342900" algn="just">
              <a:lnSpc>
                <a:spcPct val="150000"/>
              </a:lnSpc>
              <a:buFont typeface="Arial" panose="020B0604020202020204" pitchFamily="34" charset="0"/>
              <a:buChar char="•"/>
            </a:pPr>
            <a:r>
              <a:rPr lang="en-US" sz="1800" dirty="0">
                <a:latin typeface="+mj-lt"/>
              </a:rPr>
              <a:t>Complaints and feedback will help improve service quality over time.</a:t>
            </a:r>
          </a:p>
          <a:p>
            <a:pPr marL="342900" indent="-342900" algn="just">
              <a:lnSpc>
                <a:spcPct val="150000"/>
              </a:lnSpc>
              <a:buFont typeface="Arial" panose="020B0604020202020204" pitchFamily="34" charset="0"/>
              <a:buChar char="•"/>
            </a:pPr>
            <a:r>
              <a:rPr lang="en-US" sz="1800" dirty="0">
                <a:latin typeface="+mj-lt"/>
              </a:rPr>
              <a:t>A proper record of past services will make tracking and future planning easier.</a:t>
            </a:r>
          </a:p>
          <a:p>
            <a:pPr marL="342900" indent="-342900" algn="just">
              <a:lnSpc>
                <a:spcPct val="150000"/>
              </a:lnSpc>
              <a:buFont typeface="Arial" panose="020B0604020202020204" pitchFamily="34" charset="0"/>
              <a:buChar char="•"/>
            </a:pPr>
            <a:r>
              <a:rPr lang="en-US" sz="1800" dirty="0">
                <a:latin typeface="+mj-lt"/>
              </a:rPr>
              <a:t>Overall customer satisfaction will increase due to better communication and reliability.</a:t>
            </a:r>
          </a:p>
          <a:p>
            <a:pPr>
              <a:lnSpc>
                <a:spcPct val="150000"/>
              </a:lnSpc>
            </a:pPr>
            <a:r>
              <a:rPr lang="en-US" sz="1800" dirty="0">
                <a:latin typeface="+mj-lt"/>
                <a:ea typeface="Verdana" panose="020B0604030504040204" pitchFamily="34" charset="0"/>
              </a:rPr>
              <a:t>       </a:t>
            </a:r>
            <a:endParaRPr lang="en-IN" sz="1800" dirty="0">
              <a:latin typeface="+mj-lt"/>
            </a:endParaRPr>
          </a:p>
        </p:txBody>
      </p:sp>
      <p:sp>
        <p:nvSpPr>
          <p:cNvPr id="20" name="TextBox 19">
            <a:extLst>
              <a:ext uri="{FF2B5EF4-FFF2-40B4-BE49-F238E27FC236}">
                <a16:creationId xmlns:a16="http://schemas.microsoft.com/office/drawing/2014/main" id="{97BD46C8-1419-6722-1016-9B24A4C32E5C}"/>
              </a:ext>
            </a:extLst>
          </p:cNvPr>
          <p:cNvSpPr txBox="1"/>
          <p:nvPr/>
        </p:nvSpPr>
        <p:spPr>
          <a:xfrm>
            <a:off x="597720" y="1101291"/>
            <a:ext cx="4584938" cy="600293"/>
          </a:xfrm>
          <a:prstGeom prst="rect">
            <a:avLst/>
          </a:prstGeom>
          <a:noFill/>
        </p:spPr>
        <p:txBody>
          <a:bodyPr wrap="square">
            <a:spAutoFit/>
          </a:bodyPr>
          <a:lstStyle/>
          <a:p>
            <a:pPr>
              <a:lnSpc>
                <a:spcPct val="150000"/>
              </a:lnSpc>
              <a:spcBef>
                <a:spcPct val="0"/>
              </a:spcBef>
              <a:buFontTx/>
              <a:buNone/>
            </a:pPr>
            <a:r>
              <a:rPr lang="en-US" altLang="en-US" sz="2500" b="1" dirty="0">
                <a:latin typeface="+mj-lt"/>
                <a:ea typeface="Verdana" panose="020B0604030504040204" pitchFamily="34" charset="0"/>
                <a:cs typeface="Verdana" panose="020B0604030504040204" pitchFamily="34" charset="0"/>
              </a:rPr>
              <a:t>Outcomes:</a:t>
            </a:r>
          </a:p>
        </p:txBody>
      </p:sp>
    </p:spTree>
    <p:extLst>
      <p:ext uri="{BB962C8B-B14F-4D97-AF65-F5344CB8AC3E}">
        <p14:creationId xmlns:p14="http://schemas.microsoft.com/office/powerpoint/2010/main" val="2312751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8F11B809-3943-D449-0543-EC94579F9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Text Box 4">
            <a:extLst>
              <a:ext uri="{FF2B5EF4-FFF2-40B4-BE49-F238E27FC236}">
                <a16:creationId xmlns:a16="http://schemas.microsoft.com/office/drawing/2014/main" id="{E4889145-F644-18D0-7140-EB935654470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148" name="Picture 2">
            <a:extLst>
              <a:ext uri="{FF2B5EF4-FFF2-40B4-BE49-F238E27FC236}">
                <a16:creationId xmlns:a16="http://schemas.microsoft.com/office/drawing/2014/main" id="{105C9153-5092-3742-AC36-AFCF12247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Rounded Corners 3">
            <a:extLst>
              <a:ext uri="{FF2B5EF4-FFF2-40B4-BE49-F238E27FC236}">
                <a16:creationId xmlns:a16="http://schemas.microsoft.com/office/drawing/2014/main" id="{F2065A80-A091-C2FD-3552-E2B1C39B0AAE}"/>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5</a:t>
            </a:fld>
            <a:endParaRPr lang="en-US" altLang="en-US" sz="1600" b="1">
              <a:solidFill>
                <a:srgbClr val="FFFFFF"/>
              </a:solidFill>
              <a:latin typeface="Comic Sans MS" panose="030F0702030302020204" pitchFamily="66" charset="0"/>
            </a:endParaRPr>
          </a:p>
        </p:txBody>
      </p:sp>
      <p:sp>
        <p:nvSpPr>
          <p:cNvPr id="9" name="TextBox 8">
            <a:extLst>
              <a:ext uri="{FF2B5EF4-FFF2-40B4-BE49-F238E27FC236}">
                <a16:creationId xmlns:a16="http://schemas.microsoft.com/office/drawing/2014/main" id="{E16D1456-86B0-1242-CE6A-8B33C640BA71}"/>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2" name="Oval 11">
            <a:extLst>
              <a:ext uri="{FF2B5EF4-FFF2-40B4-BE49-F238E27FC236}">
                <a16:creationId xmlns:a16="http://schemas.microsoft.com/office/drawing/2014/main" id="{EF02192E-2821-AADF-C789-F49853E7C6A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6153" name="Picture 10" descr="A picture containing text, sign, watch&#10;&#10;Description automatically generated">
            <a:extLst>
              <a:ext uri="{FF2B5EF4-FFF2-40B4-BE49-F238E27FC236}">
                <a16:creationId xmlns:a16="http://schemas.microsoft.com/office/drawing/2014/main" id="{8CA48133-DCB2-2283-917D-F653F13265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5" name="TextBox 10">
            <a:extLst>
              <a:ext uri="{FF2B5EF4-FFF2-40B4-BE49-F238E27FC236}">
                <a16:creationId xmlns:a16="http://schemas.microsoft.com/office/drawing/2014/main" id="{BB7970F4-4145-69CC-310C-13F4C08F4BD6}"/>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3" name="TextBox 2">
            <a:extLst>
              <a:ext uri="{FF2B5EF4-FFF2-40B4-BE49-F238E27FC236}">
                <a16:creationId xmlns:a16="http://schemas.microsoft.com/office/drawing/2014/main" id="{BA25CB98-C422-B666-6112-5F09B1401747}"/>
              </a:ext>
            </a:extLst>
          </p:cNvPr>
          <p:cNvSpPr txBox="1"/>
          <p:nvPr/>
        </p:nvSpPr>
        <p:spPr>
          <a:xfrm>
            <a:off x="186008" y="980728"/>
            <a:ext cx="8771983" cy="3384068"/>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Architecture Design:</a:t>
            </a:r>
            <a:endParaRPr lang="en-US" sz="2500" b="1" dirty="0">
              <a:effectLst/>
              <a:latin typeface="+mj-lt"/>
              <a:ea typeface="Verdana" panose="020B0604030504040204" pitchFamily="34" charset="0"/>
            </a:endParaRPr>
          </a:p>
          <a:p>
            <a:pPr marL="457200" algn="just">
              <a:lnSpc>
                <a:spcPct val="150000"/>
              </a:lnSpc>
            </a:pPr>
            <a:r>
              <a:rPr lang="en-US" sz="2000" dirty="0"/>
              <a:t>The architecture of the proposed work which ensures smooth data flow between all layers. When a user makes a request (like booking a service), it is processed by the backend and stored in the database, with the response returned to the frontend in real time. This design provides high performance, easy maintenance, and flexibility for future upgrades such as payment integration, ratings, and mobile app expansion.</a:t>
            </a:r>
            <a:endParaRPr lang="en-IN" sz="2000" dirty="0">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2AD38E-28C0-57BE-ADC6-5E5E7E8AC2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id="{CB5FD505-DB5B-2121-C49A-7F9C8B91AF4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5" name="Picture 2">
            <a:extLst>
              <a:ext uri="{FF2B5EF4-FFF2-40B4-BE49-F238E27FC236}">
                <a16:creationId xmlns:a16="http://schemas.microsoft.com/office/drawing/2014/main" id="{A8995DFA-38F2-5811-3823-BBF3CD0B8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Rounded Corners 5">
            <a:extLst>
              <a:ext uri="{FF2B5EF4-FFF2-40B4-BE49-F238E27FC236}">
                <a16:creationId xmlns:a16="http://schemas.microsoft.com/office/drawing/2014/main" id="{2F09AC38-0C8F-EA72-8E14-F0D62A5977E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6</a:t>
            </a:fld>
            <a:endParaRPr lang="en-US" altLang="en-US" sz="1600" b="1">
              <a:solidFill>
                <a:srgbClr val="FFFFFF"/>
              </a:solidFill>
              <a:latin typeface="Comic Sans MS" panose="030F0702030302020204" pitchFamily="66" charset="0"/>
            </a:endParaRPr>
          </a:p>
        </p:txBody>
      </p:sp>
      <p:sp>
        <p:nvSpPr>
          <p:cNvPr id="7" name="Date Placeholder 7">
            <a:extLst>
              <a:ext uri="{FF2B5EF4-FFF2-40B4-BE49-F238E27FC236}">
                <a16:creationId xmlns:a16="http://schemas.microsoft.com/office/drawing/2014/main" id="{C27B12AA-1373-5E54-1F8E-B8EE5519AC99}"/>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C28A92B9-B025-5E8F-54C4-5B886BDE3D4F}"/>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9" name="Oval 8">
            <a:extLst>
              <a:ext uri="{FF2B5EF4-FFF2-40B4-BE49-F238E27FC236}">
                <a16:creationId xmlns:a16="http://schemas.microsoft.com/office/drawing/2014/main" id="{DE7F0505-911D-4393-13EC-C443DA783FAD}"/>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0" name="Picture 10" descr="A picture containing text, sign, watch&#10;&#10;Description automatically generated">
            <a:extLst>
              <a:ext uri="{FF2B5EF4-FFF2-40B4-BE49-F238E27FC236}">
                <a16:creationId xmlns:a16="http://schemas.microsoft.com/office/drawing/2014/main" id="{7F7C77A0-3B17-36F2-771E-31C42FA63F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F97D5FA1-0BBD-3F23-C6D9-22B63D46A693}"/>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a:extLst>
              <a:ext uri="{FF2B5EF4-FFF2-40B4-BE49-F238E27FC236}">
                <a16:creationId xmlns:a16="http://schemas.microsoft.com/office/drawing/2014/main" id="{BC7E827F-7DCB-FA2B-40B5-CE4C87ADEF97}"/>
              </a:ext>
            </a:extLst>
          </p:cNvPr>
          <p:cNvPicPr>
            <a:picLocks noChangeAspect="1"/>
          </p:cNvPicPr>
          <p:nvPr/>
        </p:nvPicPr>
        <p:blipFill>
          <a:blip r:embed="rId4">
            <a:extLst>
              <a:ext uri="{28A0092B-C50C-407E-A947-70E740481C1C}">
                <a14:useLocalDpi xmlns:a14="http://schemas.microsoft.com/office/drawing/2010/main" val="0"/>
              </a:ext>
            </a:extLst>
          </a:blip>
          <a:srcRect b="56431"/>
          <a:stretch>
            <a:fillRect/>
          </a:stretch>
        </p:blipFill>
        <p:spPr>
          <a:xfrm>
            <a:off x="1534023" y="949635"/>
            <a:ext cx="6075953" cy="5257180"/>
          </a:xfrm>
          <a:prstGeom prst="rect">
            <a:avLst/>
          </a:prstGeom>
        </p:spPr>
      </p:pic>
    </p:spTree>
    <p:extLst>
      <p:ext uri="{BB962C8B-B14F-4D97-AF65-F5344CB8AC3E}">
        <p14:creationId xmlns:p14="http://schemas.microsoft.com/office/powerpoint/2010/main" val="2930173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46889-B962-CCE8-66DB-114E85AAA1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8A5044-2FA6-A8D6-CECC-3D6C684E7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a:extLst>
              <a:ext uri="{FF2B5EF4-FFF2-40B4-BE49-F238E27FC236}">
                <a16:creationId xmlns:a16="http://schemas.microsoft.com/office/drawing/2014/main" id="{1368B618-CF61-7B97-4205-91EF4A029FB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5" name="Picture 2">
            <a:extLst>
              <a:ext uri="{FF2B5EF4-FFF2-40B4-BE49-F238E27FC236}">
                <a16:creationId xmlns:a16="http://schemas.microsoft.com/office/drawing/2014/main" id="{FB64B8A3-0BCA-F2DC-D244-68F4497E9B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Rounded Corners 5">
            <a:extLst>
              <a:ext uri="{FF2B5EF4-FFF2-40B4-BE49-F238E27FC236}">
                <a16:creationId xmlns:a16="http://schemas.microsoft.com/office/drawing/2014/main" id="{E0C34740-509A-72AD-F8B1-835ADFC1FBD5}"/>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7</a:t>
            </a:fld>
            <a:endParaRPr lang="en-US" altLang="en-US" sz="1600" b="1">
              <a:solidFill>
                <a:srgbClr val="FFFFFF"/>
              </a:solidFill>
              <a:latin typeface="Comic Sans MS" panose="030F0702030302020204" pitchFamily="66" charset="0"/>
            </a:endParaRPr>
          </a:p>
        </p:txBody>
      </p:sp>
      <p:sp>
        <p:nvSpPr>
          <p:cNvPr id="7" name="Date Placeholder 7">
            <a:extLst>
              <a:ext uri="{FF2B5EF4-FFF2-40B4-BE49-F238E27FC236}">
                <a16:creationId xmlns:a16="http://schemas.microsoft.com/office/drawing/2014/main" id="{169CB708-D51C-B542-3147-426F9C14B188}"/>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8" name="TextBox 7">
            <a:extLst>
              <a:ext uri="{FF2B5EF4-FFF2-40B4-BE49-F238E27FC236}">
                <a16:creationId xmlns:a16="http://schemas.microsoft.com/office/drawing/2014/main" id="{D46B7E58-2661-5657-534A-E847CF1C6B3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9" name="Oval 8">
            <a:extLst>
              <a:ext uri="{FF2B5EF4-FFF2-40B4-BE49-F238E27FC236}">
                <a16:creationId xmlns:a16="http://schemas.microsoft.com/office/drawing/2014/main" id="{55C2D6A0-0386-5EEA-62D0-0DCF5A8AE16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0" name="Picture 10" descr="A picture containing text, sign, watch&#10;&#10;Description automatically generated">
            <a:extLst>
              <a:ext uri="{FF2B5EF4-FFF2-40B4-BE49-F238E27FC236}">
                <a16:creationId xmlns:a16="http://schemas.microsoft.com/office/drawing/2014/main" id="{4A9A3FEC-E4D1-C5DD-C2A0-6900EC599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F6E82100-2E26-DFE2-B3BA-EBC990F84644}"/>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pic>
        <p:nvPicPr>
          <p:cNvPr id="13" name="Picture 12">
            <a:extLst>
              <a:ext uri="{FF2B5EF4-FFF2-40B4-BE49-F238E27FC236}">
                <a16:creationId xmlns:a16="http://schemas.microsoft.com/office/drawing/2014/main" id="{BC3A0EE4-D9DD-EC72-0127-DB6539AE62FF}"/>
              </a:ext>
            </a:extLst>
          </p:cNvPr>
          <p:cNvPicPr>
            <a:picLocks noChangeAspect="1"/>
          </p:cNvPicPr>
          <p:nvPr/>
        </p:nvPicPr>
        <p:blipFill>
          <a:blip r:embed="rId4">
            <a:extLst>
              <a:ext uri="{28A0092B-C50C-407E-A947-70E740481C1C}">
                <a14:useLocalDpi xmlns:a14="http://schemas.microsoft.com/office/drawing/2010/main" val="0"/>
              </a:ext>
            </a:extLst>
          </a:blip>
          <a:srcRect t="42987"/>
          <a:stretch>
            <a:fillRect/>
          </a:stretch>
        </p:blipFill>
        <p:spPr>
          <a:xfrm>
            <a:off x="1907704" y="795101"/>
            <a:ext cx="5112568" cy="5457984"/>
          </a:xfrm>
          <a:prstGeom prst="rect">
            <a:avLst/>
          </a:prstGeom>
        </p:spPr>
      </p:pic>
    </p:spTree>
    <p:extLst>
      <p:ext uri="{BB962C8B-B14F-4D97-AF65-F5344CB8AC3E}">
        <p14:creationId xmlns:p14="http://schemas.microsoft.com/office/powerpoint/2010/main" val="1757749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D25FA16-924E-B243-4D2C-EA5A8FE59941}"/>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4" name="Picture 3">
            <a:extLst>
              <a:ext uri="{FF2B5EF4-FFF2-40B4-BE49-F238E27FC236}">
                <a16:creationId xmlns:a16="http://schemas.microsoft.com/office/drawing/2014/main" id="{7A7109A9-9B71-E237-8153-8E6EC43B7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584643F3-3CD5-BB93-30F6-7C13F83946C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9D0A5EE1-EC33-0B81-47DE-C544BE24B7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E5A48D06-1772-6489-F53E-8B9842802FC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8</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5A38A82B-C624-7EB1-469F-35E2FCAEAA52}"/>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A24E7E0A-DD78-2C47-7297-CA0E7C5D47E0}"/>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BE838A65-0928-6726-1029-F2D966322D54}"/>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D7EFDBB7-1311-6646-C58C-4C04C8394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68843474-CBF3-5966-C979-DF577C677D75}"/>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4" name="TextBox 13">
            <a:extLst>
              <a:ext uri="{FF2B5EF4-FFF2-40B4-BE49-F238E27FC236}">
                <a16:creationId xmlns:a16="http://schemas.microsoft.com/office/drawing/2014/main" id="{09F8BB70-AD29-9233-13EE-E8135653AD31}"/>
              </a:ext>
            </a:extLst>
          </p:cNvPr>
          <p:cNvSpPr txBox="1"/>
          <p:nvPr/>
        </p:nvSpPr>
        <p:spPr>
          <a:xfrm>
            <a:off x="496915" y="911225"/>
            <a:ext cx="7961285" cy="5692392"/>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 Database Description:</a:t>
            </a:r>
          </a:p>
          <a:p>
            <a:pPr marR="18415" algn="just">
              <a:lnSpc>
                <a:spcPct val="150000"/>
              </a:lnSpc>
            </a:pPr>
            <a:r>
              <a:rPr lang="en-US" sz="2000" b="1" dirty="0">
                <a:latin typeface="Verdana" panose="020B0604030504040204" pitchFamily="34" charset="0"/>
                <a:ea typeface="Verdana" panose="020B0604030504040204" pitchFamily="34" charset="0"/>
              </a:rPr>
              <a:t>              </a:t>
            </a:r>
            <a:r>
              <a:rPr lang="en-US" sz="2000" dirty="0"/>
              <a:t>Listed below gives a description of database schemas used for “</a:t>
            </a:r>
            <a:r>
              <a:rPr lang="en-US" sz="2000" b="1" dirty="0"/>
              <a:t>Your Handyman</a:t>
            </a:r>
            <a:r>
              <a:rPr lang="en-US" sz="2000" dirty="0"/>
              <a:t>”</a:t>
            </a:r>
            <a:endParaRPr lang="en-US" sz="2000" b="1" dirty="0">
              <a:latin typeface="Verdana" panose="020B0604030504040204" pitchFamily="34" charset="0"/>
              <a:ea typeface="Verdana" panose="020B0604030504040204" pitchFamily="34" charset="0"/>
            </a:endParaRPr>
          </a:p>
          <a:p>
            <a:pPr marL="342900" marR="18415" indent="-342900" algn="just">
              <a:lnSpc>
                <a:spcPct val="150000"/>
              </a:lnSpc>
              <a:buFont typeface="Arial" panose="020B0604020202020204" pitchFamily="34" charset="0"/>
              <a:buChar char="•"/>
            </a:pPr>
            <a:r>
              <a:rPr lang="en-IN" sz="2000" dirty="0"/>
              <a:t>Users Table  </a:t>
            </a:r>
          </a:p>
          <a:p>
            <a:pPr marL="342900" marR="18415" indent="-342900" algn="just">
              <a:lnSpc>
                <a:spcPct val="150000"/>
              </a:lnSpc>
              <a:buFont typeface="Arial" panose="020B0604020202020204" pitchFamily="34" charset="0"/>
              <a:buChar char="•"/>
            </a:pPr>
            <a:r>
              <a:rPr lang="en-IN" sz="2000" dirty="0"/>
              <a:t>Service Providers Table </a:t>
            </a:r>
          </a:p>
          <a:p>
            <a:pPr marL="342900" marR="18415" indent="-342900" algn="just">
              <a:lnSpc>
                <a:spcPct val="150000"/>
              </a:lnSpc>
              <a:buFont typeface="Arial" panose="020B0604020202020204" pitchFamily="34" charset="0"/>
              <a:buChar char="•"/>
            </a:pPr>
            <a:r>
              <a:rPr lang="en-IN" sz="2000" dirty="0"/>
              <a:t>Customers Table </a:t>
            </a:r>
          </a:p>
          <a:p>
            <a:pPr marL="342900" marR="18415" indent="-342900" algn="just">
              <a:lnSpc>
                <a:spcPct val="150000"/>
              </a:lnSpc>
              <a:buFont typeface="Arial" panose="020B0604020202020204" pitchFamily="34" charset="0"/>
              <a:buChar char="•"/>
            </a:pPr>
            <a:r>
              <a:rPr lang="en-IN" sz="2000" dirty="0"/>
              <a:t>Services Table</a:t>
            </a:r>
          </a:p>
          <a:p>
            <a:pPr marL="342900" marR="18415" indent="-342900" algn="just">
              <a:lnSpc>
                <a:spcPct val="150000"/>
              </a:lnSpc>
              <a:buFont typeface="Arial" panose="020B0604020202020204" pitchFamily="34" charset="0"/>
              <a:buChar char="•"/>
            </a:pPr>
            <a:r>
              <a:rPr lang="en-IN" sz="2000" dirty="0"/>
              <a:t>Reviews Table</a:t>
            </a:r>
          </a:p>
          <a:p>
            <a:pPr marL="342900" marR="18415" indent="-342900" algn="just">
              <a:lnSpc>
                <a:spcPct val="150000"/>
              </a:lnSpc>
              <a:buFont typeface="Arial" panose="020B0604020202020204" pitchFamily="34" charset="0"/>
              <a:buChar char="•"/>
            </a:pPr>
            <a:r>
              <a:rPr lang="en-IN" sz="2000" dirty="0"/>
              <a:t>Bookings Table </a:t>
            </a:r>
          </a:p>
          <a:p>
            <a:pPr marL="342900" marR="18415" indent="-342900" algn="just">
              <a:lnSpc>
                <a:spcPct val="150000"/>
              </a:lnSpc>
              <a:buFont typeface="Arial" panose="020B0604020202020204" pitchFamily="34" charset="0"/>
              <a:buChar char="•"/>
            </a:pPr>
            <a:r>
              <a:rPr lang="en-IN" sz="2000" dirty="0"/>
              <a:t>Provider Skills Table </a:t>
            </a:r>
          </a:p>
          <a:p>
            <a:pPr marL="342900" marR="18415" indent="-342900" algn="just">
              <a:lnSpc>
                <a:spcPct val="150000"/>
              </a:lnSpc>
              <a:buFont typeface="Arial" panose="020B0604020202020204" pitchFamily="34" charset="0"/>
              <a:buChar char="•"/>
            </a:pPr>
            <a:r>
              <a:rPr lang="en-IN" sz="2000" dirty="0"/>
              <a:t>Payments Table </a:t>
            </a:r>
          </a:p>
          <a:p>
            <a:pPr marL="342900" marR="18415" indent="-342900" algn="just">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3494793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174B3865-E3ED-48A3-90B3-DDD8FA27AADC}"/>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4" name="Picture 3">
            <a:extLst>
              <a:ext uri="{FF2B5EF4-FFF2-40B4-BE49-F238E27FC236}">
                <a16:creationId xmlns:a16="http://schemas.microsoft.com/office/drawing/2014/main" id="{F87883BD-65F0-D0AB-0CB9-9EBC1E8600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F439C638-F524-808A-6EA6-98A01FDB9EAB}"/>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F6E39DB2-CF2B-686D-1590-21724AEB8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453B3868-3643-C2CF-605F-EABCD705E8FC}"/>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9</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672072E6-F743-CECB-B991-4739B436DC8E}"/>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0C5F2F56-42BD-1A4E-65CF-B03CFB18A633}"/>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86402F42-EF4B-05FE-06A9-757FE8F0308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74D206D9-74D6-D1B7-661C-E0B6B1C8AD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8A04E6CB-724F-424E-7BBB-EA9891F6C4FB}"/>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422EA244-1E29-ACEB-2A02-6A2507421468}"/>
              </a:ext>
            </a:extLst>
          </p:cNvPr>
          <p:cNvSpPr txBox="1"/>
          <p:nvPr/>
        </p:nvSpPr>
        <p:spPr>
          <a:xfrm>
            <a:off x="539552" y="773419"/>
            <a:ext cx="4590046" cy="600293"/>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User Table:</a:t>
            </a:r>
            <a:endParaRPr lang="en-IN" sz="2500" dirty="0">
              <a:latin typeface="+mj-lt"/>
            </a:endParaRPr>
          </a:p>
        </p:txBody>
      </p:sp>
      <p:sp>
        <p:nvSpPr>
          <p:cNvPr id="17" name="TextBox 16">
            <a:extLst>
              <a:ext uri="{FF2B5EF4-FFF2-40B4-BE49-F238E27FC236}">
                <a16:creationId xmlns:a16="http://schemas.microsoft.com/office/drawing/2014/main" id="{09BFD4F5-9F66-FED9-A6CB-F9CD5464C20F}"/>
              </a:ext>
            </a:extLst>
          </p:cNvPr>
          <p:cNvSpPr txBox="1"/>
          <p:nvPr/>
        </p:nvSpPr>
        <p:spPr>
          <a:xfrm>
            <a:off x="723900" y="4828760"/>
            <a:ext cx="7147499" cy="960328"/>
          </a:xfrm>
          <a:prstGeom prst="rect">
            <a:avLst/>
          </a:prstGeom>
          <a:noFill/>
        </p:spPr>
        <p:txBody>
          <a:bodyPr wrap="square">
            <a:spAutoFit/>
          </a:bodyPr>
          <a:lstStyle/>
          <a:p>
            <a:pPr algn="just">
              <a:lnSpc>
                <a:spcPct val="150000"/>
              </a:lnSpc>
              <a:spcAft>
                <a:spcPts val="1000"/>
              </a:spcAft>
            </a:pPr>
            <a:r>
              <a:rPr lang="en-US" sz="2000" b="1" dirty="0"/>
              <a:t>users</a:t>
            </a:r>
            <a:r>
              <a:rPr lang="en-US" sz="2000" dirty="0"/>
              <a:t> – stores all user accounts including </a:t>
            </a:r>
            <a:r>
              <a:rPr lang="en-US" sz="2000" dirty="0" err="1"/>
              <a:t>super_admin</a:t>
            </a:r>
            <a:r>
              <a:rPr lang="en-US" sz="2000" dirty="0"/>
              <a:t>, admin, customer, and </a:t>
            </a:r>
            <a:r>
              <a:rPr lang="en-US" sz="2000" dirty="0" err="1"/>
              <a:t>service_provider</a:t>
            </a:r>
            <a:r>
              <a:rPr lang="en-US" sz="2000" dirty="0"/>
              <a:t>.</a:t>
            </a:r>
            <a:endParaRPr lang="en-IN" sz="2000" dirty="0">
              <a:effectLst/>
              <a:latin typeface="Times New Roman" panose="02020603050405020304" pitchFamily="18" charset="0"/>
              <a:ea typeface="Times New Roman" panose="02020603050405020304" pitchFamily="18" charset="0"/>
            </a:endParaRPr>
          </a:p>
        </p:txBody>
      </p:sp>
      <p:pic>
        <p:nvPicPr>
          <p:cNvPr id="19" name="Picture 18">
            <a:extLst>
              <a:ext uri="{FF2B5EF4-FFF2-40B4-BE49-F238E27FC236}">
                <a16:creationId xmlns:a16="http://schemas.microsoft.com/office/drawing/2014/main" id="{9102F72A-2FFF-A442-E4F9-9D846E299226}"/>
              </a:ext>
            </a:extLst>
          </p:cNvPr>
          <p:cNvPicPr>
            <a:picLocks noChangeAspect="1"/>
          </p:cNvPicPr>
          <p:nvPr/>
        </p:nvPicPr>
        <p:blipFill>
          <a:blip r:embed="rId4"/>
          <a:stretch>
            <a:fillRect/>
          </a:stretch>
        </p:blipFill>
        <p:spPr>
          <a:xfrm>
            <a:off x="723900" y="1384825"/>
            <a:ext cx="7220958" cy="3553321"/>
          </a:xfrm>
          <a:prstGeom prst="rect">
            <a:avLst/>
          </a:prstGeom>
        </p:spPr>
      </p:pic>
    </p:spTree>
    <p:extLst>
      <p:ext uri="{BB962C8B-B14F-4D97-AF65-F5344CB8AC3E}">
        <p14:creationId xmlns:p14="http://schemas.microsoft.com/office/powerpoint/2010/main" val="294645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2DE07-6C07-7924-5393-234CD90511F1}"/>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381960F6-87A4-E2E1-6DDB-FFACD0B2CB2E}"/>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4" name="Picture 3">
            <a:extLst>
              <a:ext uri="{FF2B5EF4-FFF2-40B4-BE49-F238E27FC236}">
                <a16:creationId xmlns:a16="http://schemas.microsoft.com/office/drawing/2014/main" id="{4D1EF018-303C-6DC8-EB5C-E91B4093B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5D18C32B-CFD3-A663-DC08-AD9263C90402}"/>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D386F8A5-9CF2-2E47-74BF-60349ACC1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75CF216E-4041-EB48-A7C8-5F8EEE5E529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10</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3F8F5A95-C83A-6DC4-7FCD-7F07D1857012}"/>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9BE53D66-6FB4-DC34-2039-320C09D530D5}"/>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528DF7F3-E2E6-99D2-BC66-2E6051B3D59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BA39C13D-BAC7-0D14-0B5C-C3ABFFD371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9FEF05C-FACC-FEC4-C557-FDF51AB71E57}"/>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73E76139-9128-93F8-DA50-4FCFBC543C2D}"/>
              </a:ext>
            </a:extLst>
          </p:cNvPr>
          <p:cNvSpPr txBox="1"/>
          <p:nvPr/>
        </p:nvSpPr>
        <p:spPr>
          <a:xfrm>
            <a:off x="295777" y="687198"/>
            <a:ext cx="4590046" cy="600293"/>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 </a:t>
            </a:r>
            <a:r>
              <a:rPr lang="en-IN" sz="2500" b="1" dirty="0">
                <a:effectLst/>
                <a:latin typeface="+mj-lt"/>
                <a:ea typeface="Verdana" panose="020B0604030504040204" pitchFamily="34" charset="0"/>
              </a:rPr>
              <a:t>Service Providers</a:t>
            </a:r>
            <a:endParaRPr lang="en-IN" sz="2500" dirty="0">
              <a:latin typeface="+mj-lt"/>
            </a:endParaRPr>
          </a:p>
        </p:txBody>
      </p:sp>
      <p:sp>
        <p:nvSpPr>
          <p:cNvPr id="17" name="TextBox 16">
            <a:extLst>
              <a:ext uri="{FF2B5EF4-FFF2-40B4-BE49-F238E27FC236}">
                <a16:creationId xmlns:a16="http://schemas.microsoft.com/office/drawing/2014/main" id="{72472B88-AD2B-A3B2-18E8-1FB2389FC8CA}"/>
              </a:ext>
            </a:extLst>
          </p:cNvPr>
          <p:cNvSpPr txBox="1"/>
          <p:nvPr/>
        </p:nvSpPr>
        <p:spPr>
          <a:xfrm>
            <a:off x="611560" y="4799130"/>
            <a:ext cx="7147499" cy="960328"/>
          </a:xfrm>
          <a:prstGeom prst="rect">
            <a:avLst/>
          </a:prstGeom>
          <a:noFill/>
        </p:spPr>
        <p:txBody>
          <a:bodyPr wrap="square">
            <a:spAutoFit/>
          </a:bodyPr>
          <a:lstStyle/>
          <a:p>
            <a:pPr algn="just">
              <a:lnSpc>
                <a:spcPct val="150000"/>
              </a:lnSpc>
              <a:spcAft>
                <a:spcPts val="1000"/>
              </a:spcAft>
            </a:pPr>
            <a:r>
              <a:rPr lang="en-US" sz="2000" b="1" dirty="0" err="1"/>
              <a:t>service_providers</a:t>
            </a:r>
            <a:r>
              <a:rPr lang="en-US" sz="2000" b="1" dirty="0"/>
              <a:t> </a:t>
            </a:r>
            <a:r>
              <a:rPr lang="en-US" sz="2000" dirty="0"/>
              <a:t>– contains provider-specific details like skills, experience, and ratings. </a:t>
            </a:r>
            <a:endParaRPr lang="en-IN" sz="2000" dirty="0">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D66F3998-FB51-4466-2EC9-5E6171EF7C8E}"/>
              </a:ext>
            </a:extLst>
          </p:cNvPr>
          <p:cNvPicPr>
            <a:picLocks noChangeAspect="1"/>
          </p:cNvPicPr>
          <p:nvPr/>
        </p:nvPicPr>
        <p:blipFill>
          <a:blip r:embed="rId4"/>
          <a:stretch>
            <a:fillRect/>
          </a:stretch>
        </p:blipFill>
        <p:spPr>
          <a:xfrm>
            <a:off x="701469" y="1589116"/>
            <a:ext cx="7173326" cy="3067478"/>
          </a:xfrm>
          <a:prstGeom prst="rect">
            <a:avLst/>
          </a:prstGeom>
        </p:spPr>
      </p:pic>
    </p:spTree>
    <p:extLst>
      <p:ext uri="{BB962C8B-B14F-4D97-AF65-F5344CB8AC3E}">
        <p14:creationId xmlns:p14="http://schemas.microsoft.com/office/powerpoint/2010/main" val="85243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F3AC-757C-E37D-9443-19F132A74372}"/>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12C32591-E087-FFF6-105F-1E73B043DBBE}"/>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4" name="Picture 3">
            <a:extLst>
              <a:ext uri="{FF2B5EF4-FFF2-40B4-BE49-F238E27FC236}">
                <a16:creationId xmlns:a16="http://schemas.microsoft.com/office/drawing/2014/main" id="{306B17DE-816B-FF17-CDEA-D7D77601A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7B0B8B20-A652-9A6E-4B0D-4CCB2842C088}"/>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CBA4E133-FE7A-D681-BBF6-CC59CFE4D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91BA85C0-DE22-9E3E-A430-5FD0284E31B2}"/>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11</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ACFE8A40-88DD-C62F-4DFE-93D60AE1EE29}"/>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2A20CDDB-91BD-D7A6-E4D5-E90DD062F466}"/>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58045490-6093-5009-D2DF-72AD53CF517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F418730B-D4B9-50D9-D51F-643FAE4CE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B69008E4-A42A-3E25-32FC-90D96960857E}"/>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8359ABDA-11ED-99BA-272E-29A60A0CB4EE}"/>
              </a:ext>
            </a:extLst>
          </p:cNvPr>
          <p:cNvSpPr txBox="1"/>
          <p:nvPr/>
        </p:nvSpPr>
        <p:spPr>
          <a:xfrm>
            <a:off x="395536" y="720980"/>
            <a:ext cx="4590046" cy="598625"/>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 </a:t>
            </a:r>
            <a:r>
              <a:rPr lang="en-IN" sz="2500" b="1" dirty="0">
                <a:latin typeface="+mj-lt"/>
              </a:rPr>
              <a:t>Customers Table </a:t>
            </a:r>
          </a:p>
        </p:txBody>
      </p:sp>
      <p:sp>
        <p:nvSpPr>
          <p:cNvPr id="17" name="TextBox 16">
            <a:extLst>
              <a:ext uri="{FF2B5EF4-FFF2-40B4-BE49-F238E27FC236}">
                <a16:creationId xmlns:a16="http://schemas.microsoft.com/office/drawing/2014/main" id="{EB5D1AF1-CD5D-F8BE-6AD4-63E1FB2A7AB3}"/>
              </a:ext>
            </a:extLst>
          </p:cNvPr>
          <p:cNvSpPr txBox="1"/>
          <p:nvPr/>
        </p:nvSpPr>
        <p:spPr>
          <a:xfrm>
            <a:off x="701832" y="4077150"/>
            <a:ext cx="7147499" cy="498663"/>
          </a:xfrm>
          <a:prstGeom prst="rect">
            <a:avLst/>
          </a:prstGeom>
          <a:noFill/>
        </p:spPr>
        <p:txBody>
          <a:bodyPr wrap="square">
            <a:spAutoFit/>
          </a:bodyPr>
          <a:lstStyle/>
          <a:p>
            <a:pPr algn="just">
              <a:lnSpc>
                <a:spcPct val="150000"/>
              </a:lnSpc>
              <a:spcAft>
                <a:spcPts val="1000"/>
              </a:spcAft>
            </a:pPr>
            <a:r>
              <a:rPr lang="en-US" sz="2000" b="1" dirty="0"/>
              <a:t>customers</a:t>
            </a:r>
            <a:r>
              <a:rPr lang="en-US" sz="2000" dirty="0"/>
              <a:t> – stores customer-specific information such as address.</a:t>
            </a:r>
            <a:endParaRPr lang="en-IN" sz="2000" dirty="0">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D5549D9B-2E9C-7374-9CDF-C2638B115592}"/>
              </a:ext>
            </a:extLst>
          </p:cNvPr>
          <p:cNvPicPr>
            <a:picLocks noChangeAspect="1"/>
          </p:cNvPicPr>
          <p:nvPr/>
        </p:nvPicPr>
        <p:blipFill>
          <a:blip r:embed="rId4"/>
          <a:stretch>
            <a:fillRect/>
          </a:stretch>
        </p:blipFill>
        <p:spPr>
          <a:xfrm>
            <a:off x="805513" y="1813927"/>
            <a:ext cx="7192379" cy="1933845"/>
          </a:xfrm>
          <a:prstGeom prst="rect">
            <a:avLst/>
          </a:prstGeom>
        </p:spPr>
      </p:pic>
    </p:spTree>
    <p:extLst>
      <p:ext uri="{BB962C8B-B14F-4D97-AF65-F5344CB8AC3E}">
        <p14:creationId xmlns:p14="http://schemas.microsoft.com/office/powerpoint/2010/main" val="797723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EA27D-BF61-EC06-5A45-3757FF741764}"/>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663BBD2D-6CE5-6EDA-BE03-C16D2A7580AC}"/>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4" name="Picture 3">
            <a:extLst>
              <a:ext uri="{FF2B5EF4-FFF2-40B4-BE49-F238E27FC236}">
                <a16:creationId xmlns:a16="http://schemas.microsoft.com/office/drawing/2014/main" id="{9F022BA6-769E-FDB0-4964-580704840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4F42240F-4F47-EF34-D4C7-420E3D078E9C}"/>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123FF8A0-421F-6E12-C8C2-AE682D3AF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2DC0B96D-FCA0-C127-BC43-3A6604EC79CE}"/>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12</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395325AA-B702-AF73-875B-24E70212C1AF}"/>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4778A2C9-59FB-42F4-9CAF-639F0AF25CF3}"/>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A93078AB-4037-8415-FAE5-0F5DB6FF0AA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EC266A78-9454-E0EA-56F5-92078B730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B3621CE4-74F9-3D35-5D40-D7B187A1FA7F}"/>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7A68ED0B-4AB1-BD4F-7880-A47D6AD91D14}"/>
              </a:ext>
            </a:extLst>
          </p:cNvPr>
          <p:cNvSpPr txBox="1"/>
          <p:nvPr/>
        </p:nvSpPr>
        <p:spPr>
          <a:xfrm>
            <a:off x="395536" y="651843"/>
            <a:ext cx="4590046" cy="600293"/>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 </a:t>
            </a:r>
            <a:r>
              <a:rPr lang="en-IN" sz="2500" b="1" dirty="0">
                <a:latin typeface="+mj-lt"/>
              </a:rPr>
              <a:t>Services Table </a:t>
            </a:r>
          </a:p>
        </p:txBody>
      </p:sp>
      <p:sp>
        <p:nvSpPr>
          <p:cNvPr id="17" name="TextBox 16">
            <a:extLst>
              <a:ext uri="{FF2B5EF4-FFF2-40B4-BE49-F238E27FC236}">
                <a16:creationId xmlns:a16="http://schemas.microsoft.com/office/drawing/2014/main" id="{79E54F9A-E03F-9360-BAEC-C490FBD3F661}"/>
              </a:ext>
            </a:extLst>
          </p:cNvPr>
          <p:cNvSpPr txBox="1"/>
          <p:nvPr/>
        </p:nvSpPr>
        <p:spPr>
          <a:xfrm>
            <a:off x="723900" y="5097790"/>
            <a:ext cx="7147499" cy="960328"/>
          </a:xfrm>
          <a:prstGeom prst="rect">
            <a:avLst/>
          </a:prstGeom>
          <a:noFill/>
        </p:spPr>
        <p:txBody>
          <a:bodyPr wrap="square">
            <a:spAutoFit/>
          </a:bodyPr>
          <a:lstStyle/>
          <a:p>
            <a:pPr algn="just">
              <a:lnSpc>
                <a:spcPct val="150000"/>
              </a:lnSpc>
              <a:spcAft>
                <a:spcPts val="1000"/>
              </a:spcAft>
            </a:pPr>
            <a:r>
              <a:rPr lang="en-US" sz="2000" b="1" dirty="0"/>
              <a:t>services</a:t>
            </a:r>
            <a:r>
              <a:rPr lang="en-US" sz="2000" dirty="0"/>
              <a:t> – lists all available services with categories, subcategories, descriptions, and prices. </a:t>
            </a:r>
            <a:endParaRPr lang="en-IN" sz="2000" dirty="0">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EABBC291-A334-DB6A-8C11-63E45DB7092D}"/>
              </a:ext>
            </a:extLst>
          </p:cNvPr>
          <p:cNvPicPr>
            <a:picLocks noChangeAspect="1"/>
          </p:cNvPicPr>
          <p:nvPr/>
        </p:nvPicPr>
        <p:blipFill>
          <a:blip r:embed="rId4"/>
          <a:stretch>
            <a:fillRect/>
          </a:stretch>
        </p:blipFill>
        <p:spPr>
          <a:xfrm>
            <a:off x="909897" y="1315858"/>
            <a:ext cx="7173326" cy="3629532"/>
          </a:xfrm>
          <a:prstGeom prst="rect">
            <a:avLst/>
          </a:prstGeom>
        </p:spPr>
      </p:pic>
    </p:spTree>
    <p:extLst>
      <p:ext uri="{BB962C8B-B14F-4D97-AF65-F5344CB8AC3E}">
        <p14:creationId xmlns:p14="http://schemas.microsoft.com/office/powerpoint/2010/main" val="1135234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EFA2-2947-A739-E830-C7C9D5417502}"/>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FED87577-F6CA-5442-EDF1-08EC92D13E9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4" name="Picture 3">
            <a:extLst>
              <a:ext uri="{FF2B5EF4-FFF2-40B4-BE49-F238E27FC236}">
                <a16:creationId xmlns:a16="http://schemas.microsoft.com/office/drawing/2014/main" id="{132A30F3-694F-2624-1B1E-C9B410575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868FC2CF-D170-7AA8-2EEB-1E3AA33EFDF5}"/>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A4FF96D9-A128-2AD4-B11A-66B3893B9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85E391AB-18C8-03E0-E4F1-2CBFE209680C}"/>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13</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69C173A7-9FFD-2625-F476-80C3BD19C57B}"/>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7ECF7B9B-53A5-5F0B-44CC-667951A7F40F}"/>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4D8F120A-A7DC-2CEC-7F73-D71D46335069}"/>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256B3C80-1373-B433-A55B-400396D79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ACB4FEBE-551A-1282-E120-25BC50331803}"/>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F5B0EE7D-8BAF-0FD3-6B7F-31D60C22DAB3}"/>
              </a:ext>
            </a:extLst>
          </p:cNvPr>
          <p:cNvSpPr txBox="1"/>
          <p:nvPr/>
        </p:nvSpPr>
        <p:spPr>
          <a:xfrm>
            <a:off x="295777" y="666531"/>
            <a:ext cx="4590046" cy="600293"/>
          </a:xfrm>
          <a:prstGeom prst="rect">
            <a:avLst/>
          </a:prstGeom>
          <a:noFill/>
        </p:spPr>
        <p:txBody>
          <a:bodyPr wrap="square">
            <a:spAutoFit/>
          </a:bodyPr>
          <a:lstStyle/>
          <a:p>
            <a:pPr marR="18415" algn="just">
              <a:lnSpc>
                <a:spcPct val="150000"/>
              </a:lnSpc>
            </a:pPr>
            <a:r>
              <a:rPr lang="en-US" sz="2500" b="1" dirty="0">
                <a:latin typeface="+mj-lt"/>
                <a:ea typeface="Verdana" panose="020B0604030504040204" pitchFamily="34" charset="0"/>
              </a:rPr>
              <a:t> </a:t>
            </a:r>
            <a:r>
              <a:rPr lang="en-IN" sz="2500" b="1" dirty="0">
                <a:latin typeface="+mj-lt"/>
              </a:rPr>
              <a:t>Reviews Table </a:t>
            </a:r>
          </a:p>
        </p:txBody>
      </p:sp>
      <p:sp>
        <p:nvSpPr>
          <p:cNvPr id="17" name="TextBox 16">
            <a:extLst>
              <a:ext uri="{FF2B5EF4-FFF2-40B4-BE49-F238E27FC236}">
                <a16:creationId xmlns:a16="http://schemas.microsoft.com/office/drawing/2014/main" id="{83245C43-26E5-0936-F668-A836EAB8AEC0}"/>
              </a:ext>
            </a:extLst>
          </p:cNvPr>
          <p:cNvSpPr txBox="1"/>
          <p:nvPr/>
        </p:nvSpPr>
        <p:spPr>
          <a:xfrm>
            <a:off x="755576" y="5692806"/>
            <a:ext cx="7147499" cy="498663"/>
          </a:xfrm>
          <a:prstGeom prst="rect">
            <a:avLst/>
          </a:prstGeom>
          <a:noFill/>
        </p:spPr>
        <p:txBody>
          <a:bodyPr wrap="square">
            <a:spAutoFit/>
          </a:bodyPr>
          <a:lstStyle/>
          <a:p>
            <a:pPr algn="just">
              <a:lnSpc>
                <a:spcPct val="150000"/>
              </a:lnSpc>
              <a:spcAft>
                <a:spcPts val="1000"/>
              </a:spcAft>
            </a:pPr>
            <a:r>
              <a:rPr lang="en-US" sz="2000" b="1" dirty="0"/>
              <a:t>reviews</a:t>
            </a:r>
            <a:r>
              <a:rPr lang="en-US" sz="2000" dirty="0"/>
              <a:t> – maintains feedback and ratings for completed bookings. </a:t>
            </a:r>
            <a:endParaRPr lang="en-IN" sz="2000" dirty="0">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0E935028-0503-024A-8C14-53668320B341}"/>
              </a:ext>
            </a:extLst>
          </p:cNvPr>
          <p:cNvPicPr>
            <a:picLocks noChangeAspect="1"/>
          </p:cNvPicPr>
          <p:nvPr/>
        </p:nvPicPr>
        <p:blipFill>
          <a:blip r:embed="rId4"/>
          <a:stretch>
            <a:fillRect/>
          </a:stretch>
        </p:blipFill>
        <p:spPr>
          <a:xfrm>
            <a:off x="1039033" y="1267626"/>
            <a:ext cx="6580584" cy="4496588"/>
          </a:xfrm>
          <a:prstGeom prst="rect">
            <a:avLst/>
          </a:prstGeom>
        </p:spPr>
      </p:pic>
    </p:spTree>
    <p:extLst>
      <p:ext uri="{BB962C8B-B14F-4D97-AF65-F5344CB8AC3E}">
        <p14:creationId xmlns:p14="http://schemas.microsoft.com/office/powerpoint/2010/main" val="3680773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F3BF9B-213B-BDE8-A80F-FF026978F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D0E52748-2BD6-5161-0DA3-67B9F03A9413}"/>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FCD7998F-DBEC-2A2E-4FC2-FFE6F0D9E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9B36B091-1614-AB33-FAE3-95856BE245FC}"/>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14</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BB8532FA-B839-1627-B3F4-896640ED3CFF}"/>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1C9F81C0-2914-F848-6631-69DF603EB3B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B6A8A2A0-B0F8-0658-4F69-D2E57A829ED6}"/>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DD79BF98-7594-EB72-3C6D-366622DE1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DE6D142-4F87-8DD9-E0A8-C90292482D1C}"/>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16DE7DFE-FA98-AE5F-1D98-257FF6868104}"/>
              </a:ext>
            </a:extLst>
          </p:cNvPr>
          <p:cNvSpPr txBox="1"/>
          <p:nvPr/>
        </p:nvSpPr>
        <p:spPr>
          <a:xfrm>
            <a:off x="827584" y="583183"/>
            <a:ext cx="4590046" cy="591637"/>
          </a:xfrm>
          <a:prstGeom prst="rect">
            <a:avLst/>
          </a:prstGeom>
          <a:noFill/>
        </p:spPr>
        <p:txBody>
          <a:bodyPr wrap="square">
            <a:spAutoFit/>
          </a:bodyPr>
          <a:lstStyle/>
          <a:p>
            <a:pPr algn="just">
              <a:lnSpc>
                <a:spcPct val="147000"/>
              </a:lnSpc>
              <a:spcAft>
                <a:spcPts val="1000"/>
              </a:spcAft>
            </a:pPr>
            <a:r>
              <a:rPr lang="en-IN" sz="2500" b="1" dirty="0">
                <a:latin typeface="+mj-lt"/>
              </a:rPr>
              <a:t>Bookings Table </a:t>
            </a:r>
            <a:endParaRPr lang="en-IN" sz="2500" b="1" dirty="0">
              <a:effectLst/>
              <a:latin typeface="+mj-lt"/>
              <a:ea typeface="Times New Roman" panose="02020603050405020304" pitchFamily="18" charset="0"/>
            </a:endParaRPr>
          </a:p>
        </p:txBody>
      </p:sp>
      <p:sp>
        <p:nvSpPr>
          <p:cNvPr id="19" name="TextBox 18">
            <a:extLst>
              <a:ext uri="{FF2B5EF4-FFF2-40B4-BE49-F238E27FC236}">
                <a16:creationId xmlns:a16="http://schemas.microsoft.com/office/drawing/2014/main" id="{B477B911-8756-A0B5-A2C9-EA92967CA9CD}"/>
              </a:ext>
            </a:extLst>
          </p:cNvPr>
          <p:cNvSpPr txBox="1"/>
          <p:nvPr/>
        </p:nvSpPr>
        <p:spPr>
          <a:xfrm>
            <a:off x="919163" y="5439590"/>
            <a:ext cx="7147500" cy="960328"/>
          </a:xfrm>
          <a:prstGeom prst="rect">
            <a:avLst/>
          </a:prstGeom>
          <a:noFill/>
        </p:spPr>
        <p:txBody>
          <a:bodyPr wrap="square">
            <a:spAutoFit/>
          </a:bodyPr>
          <a:lstStyle/>
          <a:p>
            <a:pPr marR="15240" algn="just">
              <a:lnSpc>
                <a:spcPct val="150000"/>
              </a:lnSpc>
              <a:spcAft>
                <a:spcPts val="1000"/>
              </a:spcAft>
            </a:pPr>
            <a:r>
              <a:rPr lang="en-US" sz="2000" b="1" dirty="0"/>
              <a:t>bookings</a:t>
            </a:r>
            <a:r>
              <a:rPr lang="en-US" sz="2000" dirty="0"/>
              <a:t> – records all service bookings with status, priority, assigned staff, and notes.</a:t>
            </a:r>
            <a:endParaRPr lang="en-IN"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796F5AC6-B741-878F-E930-7DB03F933D09}"/>
              </a:ext>
            </a:extLst>
          </p:cNvPr>
          <p:cNvPicPr>
            <a:picLocks noChangeAspect="1"/>
          </p:cNvPicPr>
          <p:nvPr/>
        </p:nvPicPr>
        <p:blipFill>
          <a:blip r:embed="rId4"/>
          <a:stretch>
            <a:fillRect/>
          </a:stretch>
        </p:blipFill>
        <p:spPr>
          <a:xfrm>
            <a:off x="1466871" y="1225787"/>
            <a:ext cx="5572472" cy="4162835"/>
          </a:xfrm>
          <a:prstGeom prst="rect">
            <a:avLst/>
          </a:prstGeom>
        </p:spPr>
      </p:pic>
    </p:spTree>
    <p:extLst>
      <p:ext uri="{BB962C8B-B14F-4D97-AF65-F5344CB8AC3E}">
        <p14:creationId xmlns:p14="http://schemas.microsoft.com/office/powerpoint/2010/main" val="3290552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8C88-FA20-1DA0-962A-CD33BC12A81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F754180-C241-DACF-FD89-89E41B32B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878448AA-ED21-F390-ADE5-189A17BEBFA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91BBE737-779A-7576-A0E4-50577469B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16C778E6-D5C8-FD92-A8E7-6877CAB6C5D6}"/>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15</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29372973-4D92-436E-8D8C-8EE6BE1F11A9}"/>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F690D2EF-2292-F90C-460F-0784D386D7FF}"/>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284B18ED-5DE8-FCBF-DAD1-2F76987608E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5F2BFF86-1D12-25A0-9628-226CFDC96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AF102266-7351-254A-383E-8DAF6BCCA74C}"/>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8014516C-4CB5-E60C-9699-C47E73E850D7}"/>
              </a:ext>
            </a:extLst>
          </p:cNvPr>
          <p:cNvSpPr txBox="1"/>
          <p:nvPr/>
        </p:nvSpPr>
        <p:spPr>
          <a:xfrm>
            <a:off x="827584" y="1031038"/>
            <a:ext cx="4590046" cy="591637"/>
          </a:xfrm>
          <a:prstGeom prst="rect">
            <a:avLst/>
          </a:prstGeom>
          <a:noFill/>
        </p:spPr>
        <p:txBody>
          <a:bodyPr wrap="square">
            <a:spAutoFit/>
          </a:bodyPr>
          <a:lstStyle/>
          <a:p>
            <a:pPr algn="just">
              <a:lnSpc>
                <a:spcPct val="147000"/>
              </a:lnSpc>
              <a:spcAft>
                <a:spcPts val="1000"/>
              </a:spcAft>
            </a:pPr>
            <a:r>
              <a:rPr lang="en-IN" sz="2500" b="1" dirty="0"/>
              <a:t>Provider Skills Table </a:t>
            </a:r>
            <a:endParaRPr lang="en-IN" sz="2500" b="1" dirty="0">
              <a:effectLst/>
              <a:latin typeface="+mj-lt"/>
              <a:ea typeface="Times New Roman" panose="02020603050405020304" pitchFamily="18" charset="0"/>
            </a:endParaRPr>
          </a:p>
        </p:txBody>
      </p:sp>
      <p:sp>
        <p:nvSpPr>
          <p:cNvPr id="19" name="TextBox 18">
            <a:extLst>
              <a:ext uri="{FF2B5EF4-FFF2-40B4-BE49-F238E27FC236}">
                <a16:creationId xmlns:a16="http://schemas.microsoft.com/office/drawing/2014/main" id="{28D40E72-8F62-0E20-DAC4-5DEBF76CF94C}"/>
              </a:ext>
            </a:extLst>
          </p:cNvPr>
          <p:cNvSpPr txBox="1"/>
          <p:nvPr/>
        </p:nvSpPr>
        <p:spPr>
          <a:xfrm>
            <a:off x="884444" y="4479525"/>
            <a:ext cx="7147500" cy="498663"/>
          </a:xfrm>
          <a:prstGeom prst="rect">
            <a:avLst/>
          </a:prstGeom>
          <a:noFill/>
        </p:spPr>
        <p:txBody>
          <a:bodyPr wrap="square">
            <a:spAutoFit/>
          </a:bodyPr>
          <a:lstStyle/>
          <a:p>
            <a:pPr marR="15240" algn="just">
              <a:lnSpc>
                <a:spcPct val="150000"/>
              </a:lnSpc>
              <a:spcAft>
                <a:spcPts val="1000"/>
              </a:spcAft>
            </a:pPr>
            <a:r>
              <a:rPr lang="en-US" sz="2000" b="1" dirty="0" err="1"/>
              <a:t>provider_skills</a:t>
            </a:r>
            <a:r>
              <a:rPr lang="en-US" sz="2000" b="1" dirty="0"/>
              <a:t> </a:t>
            </a:r>
            <a:r>
              <a:rPr lang="en-US" sz="2000" dirty="0"/>
              <a:t>– maps service providers to the services they offer.</a:t>
            </a:r>
            <a:endParaRPr lang="en-IN" sz="2000" dirty="0">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04A22360-B5CE-8472-A029-6204CF2BC60C}"/>
              </a:ext>
            </a:extLst>
          </p:cNvPr>
          <p:cNvPicPr>
            <a:picLocks noChangeAspect="1"/>
          </p:cNvPicPr>
          <p:nvPr/>
        </p:nvPicPr>
        <p:blipFill>
          <a:blip r:embed="rId4"/>
          <a:stretch>
            <a:fillRect/>
          </a:stretch>
        </p:blipFill>
        <p:spPr>
          <a:xfrm>
            <a:off x="919163" y="1924050"/>
            <a:ext cx="7078063" cy="2191056"/>
          </a:xfrm>
          <a:prstGeom prst="rect">
            <a:avLst/>
          </a:prstGeom>
        </p:spPr>
      </p:pic>
    </p:spTree>
    <p:extLst>
      <p:ext uri="{BB962C8B-B14F-4D97-AF65-F5344CB8AC3E}">
        <p14:creationId xmlns:p14="http://schemas.microsoft.com/office/powerpoint/2010/main" val="1860107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747E1-26B8-80FE-BFA5-33673512FBB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A78F3C8-6765-6581-8D18-28F15BBE4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60A4EBC6-F818-107B-9542-CFD5D6304934}"/>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6" name="Picture 2">
            <a:extLst>
              <a:ext uri="{FF2B5EF4-FFF2-40B4-BE49-F238E27FC236}">
                <a16:creationId xmlns:a16="http://schemas.microsoft.com/office/drawing/2014/main" id="{83B4996D-23D9-AD20-0DDC-400C1BA7A1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5FFBECA9-5597-0229-AEAA-266434D859EE}"/>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16</a:t>
            </a:fld>
            <a:endParaRPr lang="en-US" altLang="en-US" sz="1600" b="1">
              <a:solidFill>
                <a:srgbClr val="FFFFFF"/>
              </a:solidFill>
              <a:latin typeface="Comic Sans MS" panose="030F0702030302020204" pitchFamily="66" charset="0"/>
            </a:endParaRPr>
          </a:p>
        </p:txBody>
      </p:sp>
      <p:sp>
        <p:nvSpPr>
          <p:cNvPr id="8" name="Date Placeholder 7">
            <a:extLst>
              <a:ext uri="{FF2B5EF4-FFF2-40B4-BE49-F238E27FC236}">
                <a16:creationId xmlns:a16="http://schemas.microsoft.com/office/drawing/2014/main" id="{9AB5268D-FB55-FCBC-7EC9-60C6121A54B6}"/>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9" name="TextBox 8">
            <a:extLst>
              <a:ext uri="{FF2B5EF4-FFF2-40B4-BE49-F238E27FC236}">
                <a16:creationId xmlns:a16="http://schemas.microsoft.com/office/drawing/2014/main" id="{7A3D3817-2C88-BAF1-16A8-F5F0C67F2195}"/>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0" name="Oval 9">
            <a:extLst>
              <a:ext uri="{FF2B5EF4-FFF2-40B4-BE49-F238E27FC236}">
                <a16:creationId xmlns:a16="http://schemas.microsoft.com/office/drawing/2014/main" id="{2F450D1E-989C-5EFE-3798-254785CA4CD5}"/>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1" name="Picture 10" descr="A picture containing text, sign, watch&#10;&#10;Description automatically generated">
            <a:extLst>
              <a:ext uri="{FF2B5EF4-FFF2-40B4-BE49-F238E27FC236}">
                <a16:creationId xmlns:a16="http://schemas.microsoft.com/office/drawing/2014/main" id="{F9B92EFD-9D35-9038-C635-CC621317B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69BC7B14-5DCD-59DE-0F8A-82CAA1918D71}"/>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a:extLst>
              <a:ext uri="{FF2B5EF4-FFF2-40B4-BE49-F238E27FC236}">
                <a16:creationId xmlns:a16="http://schemas.microsoft.com/office/drawing/2014/main" id="{3ACA8C1B-D800-13DA-A33D-1D48AF476EDF}"/>
              </a:ext>
            </a:extLst>
          </p:cNvPr>
          <p:cNvSpPr txBox="1"/>
          <p:nvPr/>
        </p:nvSpPr>
        <p:spPr>
          <a:xfrm>
            <a:off x="827584" y="653451"/>
            <a:ext cx="4590046" cy="591637"/>
          </a:xfrm>
          <a:prstGeom prst="rect">
            <a:avLst/>
          </a:prstGeom>
          <a:noFill/>
        </p:spPr>
        <p:txBody>
          <a:bodyPr wrap="square">
            <a:spAutoFit/>
          </a:bodyPr>
          <a:lstStyle/>
          <a:p>
            <a:pPr algn="just">
              <a:lnSpc>
                <a:spcPct val="147000"/>
              </a:lnSpc>
              <a:spcAft>
                <a:spcPts val="1000"/>
              </a:spcAft>
            </a:pPr>
            <a:r>
              <a:rPr lang="en-IN" sz="2500" b="1" dirty="0"/>
              <a:t>Payments Table </a:t>
            </a:r>
            <a:endParaRPr lang="en-IN" sz="2500" b="1" dirty="0">
              <a:effectLst/>
              <a:latin typeface="+mj-lt"/>
              <a:ea typeface="Times New Roman" panose="02020603050405020304" pitchFamily="18" charset="0"/>
            </a:endParaRPr>
          </a:p>
        </p:txBody>
      </p:sp>
      <p:sp>
        <p:nvSpPr>
          <p:cNvPr id="19" name="TextBox 18">
            <a:extLst>
              <a:ext uri="{FF2B5EF4-FFF2-40B4-BE49-F238E27FC236}">
                <a16:creationId xmlns:a16="http://schemas.microsoft.com/office/drawing/2014/main" id="{951E8C46-938C-6D39-3D11-44B0CC280C46}"/>
              </a:ext>
            </a:extLst>
          </p:cNvPr>
          <p:cNvSpPr txBox="1"/>
          <p:nvPr/>
        </p:nvSpPr>
        <p:spPr>
          <a:xfrm>
            <a:off x="919163" y="5118265"/>
            <a:ext cx="7147500" cy="960328"/>
          </a:xfrm>
          <a:prstGeom prst="rect">
            <a:avLst/>
          </a:prstGeom>
          <a:noFill/>
        </p:spPr>
        <p:txBody>
          <a:bodyPr wrap="square">
            <a:spAutoFit/>
          </a:bodyPr>
          <a:lstStyle/>
          <a:p>
            <a:pPr marR="15240" algn="just">
              <a:lnSpc>
                <a:spcPct val="150000"/>
              </a:lnSpc>
              <a:spcAft>
                <a:spcPts val="1000"/>
              </a:spcAft>
            </a:pPr>
            <a:r>
              <a:rPr lang="en-US" sz="2000" b="1" dirty="0"/>
              <a:t>payments</a:t>
            </a:r>
            <a:r>
              <a:rPr lang="en-US" sz="2000" dirty="0"/>
              <a:t> – stores all payment details for bookings including amount, status, and method.</a:t>
            </a:r>
            <a:endParaRPr lang="en-IN"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D2212207-142E-63F7-5179-A102DA1148A4}"/>
              </a:ext>
            </a:extLst>
          </p:cNvPr>
          <p:cNvPicPr>
            <a:picLocks noChangeAspect="1"/>
          </p:cNvPicPr>
          <p:nvPr/>
        </p:nvPicPr>
        <p:blipFill>
          <a:blip r:embed="rId4"/>
          <a:stretch>
            <a:fillRect/>
          </a:stretch>
        </p:blipFill>
        <p:spPr>
          <a:xfrm>
            <a:off x="1223211" y="1256201"/>
            <a:ext cx="6252355" cy="3866150"/>
          </a:xfrm>
          <a:prstGeom prst="rect">
            <a:avLst/>
          </a:prstGeom>
        </p:spPr>
      </p:pic>
    </p:spTree>
    <p:extLst>
      <p:ext uri="{BB962C8B-B14F-4D97-AF65-F5344CB8AC3E}">
        <p14:creationId xmlns:p14="http://schemas.microsoft.com/office/powerpoint/2010/main" val="2147129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5E818637-157A-AFBE-181C-93480B06142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3F3426B6-40E1-C95A-0858-491554AE20DC}"/>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CCF1654A-8568-4564-2C13-7FCAF324FA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199B10F0-4EA0-A310-3956-6BE36CF3AA27}"/>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517A137B-2F6C-C623-EB17-6C86E01D51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6CFE670D-E715-93C2-8229-2ECEE375820D}"/>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17</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8AB495B3-C9DC-A1BB-05CB-14F1FB2429E9}"/>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F2038FF5-1981-DCBE-ACC0-BA67EDFE898E}"/>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C7AFD1CE-FDA5-E633-5547-F6311FE0D4BB}"/>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5DDA6DFB-B025-D264-5922-82CE6842D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20247E48-527C-278F-49A1-16F1FC0E6CDA}"/>
              </a:ext>
            </a:extLst>
          </p:cNvPr>
          <p:cNvSpPr txBox="1">
            <a:spLocks noChangeArrowheads="1"/>
          </p:cNvSpPr>
          <p:nvPr/>
        </p:nvSpPr>
        <p:spPr bwMode="auto">
          <a:xfrm>
            <a:off x="518629" y="911226"/>
            <a:ext cx="8877908"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US" sz="2500" b="1" dirty="0">
                <a:latin typeface="+mj-lt"/>
                <a:ea typeface="Verdana" panose="020B0604030504040204" pitchFamily="34" charset="0"/>
              </a:rPr>
              <a:t>Home Page:</a:t>
            </a:r>
            <a:endParaRPr lang="en-IN" sz="2500" b="1" dirty="0">
              <a:latin typeface="+mj-lt"/>
              <a:ea typeface="Verdana" panose="020B0604030504040204" pitchFamily="34" charset="0"/>
            </a:endParaRPr>
          </a:p>
        </p:txBody>
      </p:sp>
      <p:pic>
        <p:nvPicPr>
          <p:cNvPr id="15" name="Picture 14">
            <a:extLst>
              <a:ext uri="{FF2B5EF4-FFF2-40B4-BE49-F238E27FC236}">
                <a16:creationId xmlns:a16="http://schemas.microsoft.com/office/drawing/2014/main" id="{86C27170-8F33-F38A-5BC7-77BC00A4D4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629" y="1477494"/>
            <a:ext cx="8205033" cy="4615331"/>
          </a:xfrm>
          <a:prstGeom prst="rect">
            <a:avLst/>
          </a:prstGeom>
        </p:spPr>
      </p:pic>
    </p:spTree>
    <p:extLst>
      <p:ext uri="{BB962C8B-B14F-4D97-AF65-F5344CB8AC3E}">
        <p14:creationId xmlns:p14="http://schemas.microsoft.com/office/powerpoint/2010/main" val="1526822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FF8CC-57D1-E16D-A0AF-6F202F07BCBA}"/>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26359047-883C-6C31-9E57-58C138E333E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E268625D-A5CE-E33B-8E21-A96C6A98B14A}"/>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79E1834F-A2A9-A670-806A-9FD4F1D1C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945DB42A-3C3F-B829-46DE-54A745EE83DB}"/>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AE8A3C37-C9D1-C0A6-D200-E0EAEFBF2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1FE5DD5F-01FB-146E-5D93-9A021808EAA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18</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0FD5C77F-E279-938F-9B7A-1CBC5FB8F957}"/>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4077FE78-007C-58D4-DF8C-18B31AE84D45}"/>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F8CDB730-3364-A7DF-416E-B2DB63FC4AE1}"/>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9D404D01-0DFD-6629-CEC4-7E272AE714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9D8C5081-81CA-27C7-5122-FADFBE82363B}"/>
              </a:ext>
            </a:extLst>
          </p:cNvPr>
          <p:cNvSpPr txBox="1">
            <a:spLocks noChangeArrowheads="1"/>
          </p:cNvSpPr>
          <p:nvPr/>
        </p:nvSpPr>
        <p:spPr bwMode="auto">
          <a:xfrm>
            <a:off x="518628" y="911225"/>
            <a:ext cx="7706210"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US" sz="2500" b="1" dirty="0">
                <a:latin typeface="+mj-lt"/>
                <a:ea typeface="Verdana" panose="020B0604030504040204" pitchFamily="34" charset="0"/>
              </a:rPr>
              <a:t>Login Page:</a:t>
            </a:r>
            <a:endParaRPr lang="en-IN" sz="2500" dirty="0">
              <a:latin typeface="+mj-lt"/>
              <a:ea typeface="Verdana" panose="020B0604030504040204" pitchFamily="34" charset="0"/>
            </a:endParaRPr>
          </a:p>
        </p:txBody>
      </p:sp>
      <p:pic>
        <p:nvPicPr>
          <p:cNvPr id="15" name="Picture 14">
            <a:extLst>
              <a:ext uri="{FF2B5EF4-FFF2-40B4-BE49-F238E27FC236}">
                <a16:creationId xmlns:a16="http://schemas.microsoft.com/office/drawing/2014/main" id="{E446DBE0-874A-F6DF-22F3-BEFB3436E8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5778" y="1572615"/>
            <a:ext cx="7706210" cy="4334743"/>
          </a:xfrm>
          <a:prstGeom prst="rect">
            <a:avLst/>
          </a:prstGeom>
        </p:spPr>
      </p:pic>
    </p:spTree>
    <p:extLst>
      <p:ext uri="{BB962C8B-B14F-4D97-AF65-F5344CB8AC3E}">
        <p14:creationId xmlns:p14="http://schemas.microsoft.com/office/powerpoint/2010/main" val="623249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62799-AC06-DCB3-7696-8F615A11EAAE}"/>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6CC1DDF2-9796-F73A-599D-7500FA515E89}"/>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0D515502-385B-3F32-7ACF-45E16D7618D2}"/>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216D9555-EB57-84CE-EEDA-47BA340D0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FD086F5F-0CB8-B296-E693-9CEDBE01640B}"/>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74A3374B-B8D7-F764-8318-9856C4703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4963AE87-8233-00C0-36F1-480C3B1D8AB7}"/>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19</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97A46299-C064-C423-A5D0-E4E86D5C5A8A}"/>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FD2E033E-E549-2CB6-9868-A14F38CD29FE}"/>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65150980-325B-D5AC-7069-E1921D556444}"/>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0A5FD206-E070-A294-3DC7-4C9F9A44F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0564DD9-C414-8440-7619-26E336B8875E}"/>
              </a:ext>
            </a:extLst>
          </p:cNvPr>
          <p:cNvSpPr txBox="1"/>
          <p:nvPr/>
        </p:nvSpPr>
        <p:spPr>
          <a:xfrm>
            <a:off x="438416" y="832517"/>
            <a:ext cx="5056064" cy="461665"/>
          </a:xfrm>
          <a:prstGeom prst="rect">
            <a:avLst/>
          </a:prstGeom>
          <a:noFill/>
        </p:spPr>
        <p:txBody>
          <a:bodyPr wrap="none" rtlCol="0">
            <a:spAutoFit/>
          </a:bodyPr>
          <a:lstStyle/>
          <a:p>
            <a:r>
              <a:rPr lang="en-US" b="1" dirty="0"/>
              <a:t>Super Admin Dashboard – Statistics:</a:t>
            </a:r>
            <a:endParaRPr lang="en-IN" b="1" dirty="0"/>
          </a:p>
        </p:txBody>
      </p:sp>
      <p:pic>
        <p:nvPicPr>
          <p:cNvPr id="18" name="Picture 17" descr="A screenshot of a computer&#10;&#10;AI-generated content may be incorrect.">
            <a:extLst>
              <a:ext uri="{FF2B5EF4-FFF2-40B4-BE49-F238E27FC236}">
                <a16:creationId xmlns:a16="http://schemas.microsoft.com/office/drawing/2014/main" id="{F783E269-04BF-C279-0A47-A77AB91453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531" y="1448764"/>
            <a:ext cx="8246744" cy="4638793"/>
          </a:xfrm>
          <a:prstGeom prst="rect">
            <a:avLst/>
          </a:prstGeom>
        </p:spPr>
      </p:pic>
    </p:spTree>
    <p:extLst>
      <p:ext uri="{BB962C8B-B14F-4D97-AF65-F5344CB8AC3E}">
        <p14:creationId xmlns:p14="http://schemas.microsoft.com/office/powerpoint/2010/main" val="3243098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B2EF7-36D0-0D4D-0098-75BA9D9DC97A}"/>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23F33A97-51B9-0703-A950-096EA79BA4F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3BF6679F-DDBE-06F1-FCA2-EFB8C8E5A38C}"/>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9D14B89D-C9CA-8C2C-3277-AC82A244F4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AF82C8EA-EA40-42CF-64C1-66530DC5C34E}"/>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0CAC7068-6C7B-9D46-1BB8-27444314CD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F6B3D779-796D-A2B2-A098-E7B7B482A5E6}"/>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20</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A5B0FECC-C704-B6A6-15C7-AE9B5A5AD4CD}"/>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028D117E-3D1E-D141-D835-A568CB88BF1C}"/>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B0557571-C563-7D63-1F25-5CA71ED21E52}"/>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7447EAB9-22DE-842A-C6C3-E41937506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4A69D27-9DB0-73A9-4789-C195C65DF56B}"/>
              </a:ext>
            </a:extLst>
          </p:cNvPr>
          <p:cNvSpPr txBox="1"/>
          <p:nvPr/>
        </p:nvSpPr>
        <p:spPr>
          <a:xfrm>
            <a:off x="438416" y="832517"/>
            <a:ext cx="6635021" cy="461665"/>
          </a:xfrm>
          <a:prstGeom prst="rect">
            <a:avLst/>
          </a:prstGeom>
          <a:noFill/>
        </p:spPr>
        <p:txBody>
          <a:bodyPr wrap="none" rtlCol="0">
            <a:spAutoFit/>
          </a:bodyPr>
          <a:lstStyle/>
          <a:p>
            <a:r>
              <a:rPr lang="en-US" b="1" dirty="0"/>
              <a:t>Super Admin Dashboard – Service Management:</a:t>
            </a:r>
            <a:endParaRPr lang="en-IN" b="1" dirty="0"/>
          </a:p>
        </p:txBody>
      </p:sp>
      <p:pic>
        <p:nvPicPr>
          <p:cNvPr id="20" name="Picture 19" descr="A screenshot of a service management&#10;&#10;AI-generated content may be incorrect.">
            <a:extLst>
              <a:ext uri="{FF2B5EF4-FFF2-40B4-BE49-F238E27FC236}">
                <a16:creationId xmlns:a16="http://schemas.microsoft.com/office/drawing/2014/main" id="{A5A90401-5FE0-EE29-4B41-5F19BEB66E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4654" y="1342997"/>
            <a:ext cx="8514692" cy="4789515"/>
          </a:xfrm>
          <a:prstGeom prst="rect">
            <a:avLst/>
          </a:prstGeom>
        </p:spPr>
      </p:pic>
    </p:spTree>
    <p:extLst>
      <p:ext uri="{BB962C8B-B14F-4D97-AF65-F5344CB8AC3E}">
        <p14:creationId xmlns:p14="http://schemas.microsoft.com/office/powerpoint/2010/main" val="285608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24F24-43BC-A85B-D9C1-187B05948FBA}"/>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D2AE396A-465E-E1A9-6378-27B92688771E}"/>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BE667E77-1D98-477D-A8E2-344348ABFD5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0AAEE554-2628-394D-D8B6-1274A37BD8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3512C282-5035-364C-5899-11592A78B80F}"/>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624B32EB-5F7B-C5DF-E078-0B30BD152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0EDE9DEC-8457-B2E0-2A8A-4AA89CB9E3E2}"/>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21</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2CF7446C-4D78-6176-8EE5-C4DDF75A564C}"/>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F60B181F-C527-2569-D28C-D993313AE3B0}"/>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EFBC1997-5B1A-36A8-28A4-FD57315575AD}"/>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A16306D1-ACB5-6AEA-3669-C632A80E1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BB7B0AE-46C7-6B5F-7132-A5C2710E8B5C}"/>
              </a:ext>
            </a:extLst>
          </p:cNvPr>
          <p:cNvSpPr txBox="1"/>
          <p:nvPr/>
        </p:nvSpPr>
        <p:spPr>
          <a:xfrm>
            <a:off x="438416" y="832517"/>
            <a:ext cx="6569940" cy="461665"/>
          </a:xfrm>
          <a:prstGeom prst="rect">
            <a:avLst/>
          </a:prstGeom>
          <a:noFill/>
        </p:spPr>
        <p:txBody>
          <a:bodyPr wrap="none" rtlCol="0">
            <a:spAutoFit/>
          </a:bodyPr>
          <a:lstStyle/>
          <a:p>
            <a:r>
              <a:rPr lang="en-US" b="1" dirty="0"/>
              <a:t>Super Admin Dashboard – Admin Management:</a:t>
            </a:r>
            <a:endParaRPr lang="en-IN" b="1" dirty="0"/>
          </a:p>
        </p:txBody>
      </p:sp>
      <p:pic>
        <p:nvPicPr>
          <p:cNvPr id="14" name="Picture 13" descr="A screenshot of a computer&#10;&#10;AI-generated content may be incorrect.">
            <a:extLst>
              <a:ext uri="{FF2B5EF4-FFF2-40B4-BE49-F238E27FC236}">
                <a16:creationId xmlns:a16="http://schemas.microsoft.com/office/drawing/2014/main" id="{1D73E4D1-F87D-260F-D69B-B5B3648A9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893" y="1593400"/>
            <a:ext cx="7978951" cy="4488160"/>
          </a:xfrm>
          <a:prstGeom prst="rect">
            <a:avLst/>
          </a:prstGeom>
        </p:spPr>
      </p:pic>
    </p:spTree>
    <p:extLst>
      <p:ext uri="{BB962C8B-B14F-4D97-AF65-F5344CB8AC3E}">
        <p14:creationId xmlns:p14="http://schemas.microsoft.com/office/powerpoint/2010/main" val="4254785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C14B7-CE6A-7B56-7700-032A0B0F95AF}"/>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AFB534AD-44AA-E648-80F9-AA58EEF0525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8AF92894-8EA9-60D4-813B-47500758386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8B83B627-998B-F88D-8D80-D4CA2E12B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3EBFD886-97F1-828E-16BE-1187C6BA348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5E3FB2D9-80EF-2281-E9FC-60DFB087C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C1B5D8B3-4038-5415-844D-3949253EEC96}"/>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22</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CEB06ADF-F83B-378D-FD50-E915209FE4AA}"/>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32CC7AAD-DA26-5711-5501-928141A7E874}"/>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93D20FBF-B96B-7235-96F7-EB695277CA7A}"/>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DA899298-A207-3F12-5D82-91C0FEB5E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4500920-4DD3-DB55-A564-79A8174070CC}"/>
              </a:ext>
            </a:extLst>
          </p:cNvPr>
          <p:cNvSpPr txBox="1"/>
          <p:nvPr/>
        </p:nvSpPr>
        <p:spPr>
          <a:xfrm>
            <a:off x="438416" y="832517"/>
            <a:ext cx="3864391" cy="461665"/>
          </a:xfrm>
          <a:prstGeom prst="rect">
            <a:avLst/>
          </a:prstGeom>
          <a:noFill/>
        </p:spPr>
        <p:txBody>
          <a:bodyPr wrap="none" rtlCol="0">
            <a:spAutoFit/>
          </a:bodyPr>
          <a:lstStyle/>
          <a:p>
            <a:r>
              <a:rPr lang="en-US" b="1" dirty="0"/>
              <a:t>Admin Dashboard - Profile:</a:t>
            </a:r>
            <a:endParaRPr lang="en-IN" b="1" dirty="0"/>
          </a:p>
        </p:txBody>
      </p:sp>
      <p:pic>
        <p:nvPicPr>
          <p:cNvPr id="16" name="Picture 15" descr="A screenshot of a computer&#10;&#10;AI-generated content may be incorrect.">
            <a:extLst>
              <a:ext uri="{FF2B5EF4-FFF2-40B4-BE49-F238E27FC236}">
                <a16:creationId xmlns:a16="http://schemas.microsoft.com/office/drawing/2014/main" id="{9E3C201A-6C19-2E3F-B9AD-647661FF09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416" y="1403876"/>
            <a:ext cx="8406463" cy="4728636"/>
          </a:xfrm>
          <a:prstGeom prst="rect">
            <a:avLst/>
          </a:prstGeom>
        </p:spPr>
      </p:pic>
    </p:spTree>
    <p:extLst>
      <p:ext uri="{BB962C8B-B14F-4D97-AF65-F5344CB8AC3E}">
        <p14:creationId xmlns:p14="http://schemas.microsoft.com/office/powerpoint/2010/main" val="3408568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F13A-F132-B22A-A7C8-4CF7DE1EC19D}"/>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30D05370-F3A5-8B35-35A5-2297B9DC496E}"/>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C52ED8CC-DAC6-1AA2-3299-2E107E01D70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B82F418D-BCEC-4B40-05B6-BC8B8617E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862F42E7-A46D-2130-5DFD-6D886C4F3A5E}"/>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F5EBFB17-0270-C6FF-CFB7-09FC01A46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C46C7D7B-594E-A481-9EA9-7B2CAC1B280E}"/>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23</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18D6099A-CC36-D4FF-04C3-6BBC013F6557}"/>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B0593C17-EBB8-BE97-435A-51EF86258136}"/>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01153F92-0DA7-8F28-1C20-ECB628733C8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F84F0A07-2AD5-E1E0-BD2C-F1AF01289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A screenshot of a service management&#10;&#10;AI-generated content may be incorrect.">
            <a:extLst>
              <a:ext uri="{FF2B5EF4-FFF2-40B4-BE49-F238E27FC236}">
                <a16:creationId xmlns:a16="http://schemas.microsoft.com/office/drawing/2014/main" id="{7BA4886C-6C1E-D8E1-180A-7A924756AB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088" y="1539268"/>
            <a:ext cx="8587824" cy="4830651"/>
          </a:xfrm>
          <a:prstGeom prst="rect">
            <a:avLst/>
          </a:prstGeom>
        </p:spPr>
      </p:pic>
      <p:sp>
        <p:nvSpPr>
          <p:cNvPr id="17" name="TextBox 16">
            <a:extLst>
              <a:ext uri="{FF2B5EF4-FFF2-40B4-BE49-F238E27FC236}">
                <a16:creationId xmlns:a16="http://schemas.microsoft.com/office/drawing/2014/main" id="{003976D6-EE11-5E4C-7143-FE3BA6CBF05F}"/>
              </a:ext>
            </a:extLst>
          </p:cNvPr>
          <p:cNvSpPr txBox="1"/>
          <p:nvPr/>
        </p:nvSpPr>
        <p:spPr>
          <a:xfrm>
            <a:off x="685800" y="947047"/>
            <a:ext cx="5902424" cy="461665"/>
          </a:xfrm>
          <a:prstGeom prst="rect">
            <a:avLst/>
          </a:prstGeom>
          <a:noFill/>
        </p:spPr>
        <p:txBody>
          <a:bodyPr wrap="square">
            <a:spAutoFit/>
          </a:bodyPr>
          <a:lstStyle/>
          <a:p>
            <a:r>
              <a:rPr lang="en-US" b="1" dirty="0"/>
              <a:t>Admin Dashboard – Service Management:</a:t>
            </a:r>
            <a:endParaRPr lang="en-IN" b="1" dirty="0"/>
          </a:p>
        </p:txBody>
      </p:sp>
    </p:spTree>
    <p:extLst>
      <p:ext uri="{BB962C8B-B14F-4D97-AF65-F5344CB8AC3E}">
        <p14:creationId xmlns:p14="http://schemas.microsoft.com/office/powerpoint/2010/main" val="2584665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E199E-5BBC-F84D-4653-03680A1E3B6A}"/>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08116FB1-D78A-02AD-7CC5-51A139AC2A0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93EE775A-657D-FE0A-4019-4676D13B30F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6281F64E-DA48-8BD8-43D9-974A9E3D0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154654BB-4378-E8D9-1968-95FC70001984}"/>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63AEBAB8-21C6-7F1E-763A-4F1747E61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9255E00C-4342-ADCD-F815-239C73A52746}"/>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24</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679F2F18-2673-BDD8-804D-F16CD611A050}"/>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DA7537D1-AAF3-4951-C6A5-430E157BCA55}"/>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1F6F70A1-16CA-D336-1DE5-04CE48B34DE9}"/>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5F3BD00E-29A5-0EF0-FFE8-705A4CAC72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A6ED9DD3-2FF8-EA9F-6817-CB05A9EEBC2A}"/>
              </a:ext>
            </a:extLst>
          </p:cNvPr>
          <p:cNvSpPr txBox="1"/>
          <p:nvPr/>
        </p:nvSpPr>
        <p:spPr>
          <a:xfrm>
            <a:off x="685800" y="947047"/>
            <a:ext cx="5902424" cy="461665"/>
          </a:xfrm>
          <a:prstGeom prst="rect">
            <a:avLst/>
          </a:prstGeom>
          <a:noFill/>
        </p:spPr>
        <p:txBody>
          <a:bodyPr wrap="square">
            <a:spAutoFit/>
          </a:bodyPr>
          <a:lstStyle/>
          <a:p>
            <a:r>
              <a:rPr lang="en-US" b="1" dirty="0"/>
              <a:t>Admin Dashboard – Staff Management:</a:t>
            </a:r>
            <a:endParaRPr lang="en-IN" b="1" dirty="0"/>
          </a:p>
        </p:txBody>
      </p:sp>
      <p:pic>
        <p:nvPicPr>
          <p:cNvPr id="13" name="Picture 12" descr="A screenshot of a computer&#10;&#10;AI-generated content may be incorrect.">
            <a:extLst>
              <a:ext uri="{FF2B5EF4-FFF2-40B4-BE49-F238E27FC236}">
                <a16:creationId xmlns:a16="http://schemas.microsoft.com/office/drawing/2014/main" id="{40FDEBCD-33DF-2756-635C-9727402E71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955" y="1469529"/>
            <a:ext cx="8224838" cy="4626471"/>
          </a:xfrm>
          <a:prstGeom prst="rect">
            <a:avLst/>
          </a:prstGeom>
        </p:spPr>
      </p:pic>
    </p:spTree>
    <p:extLst>
      <p:ext uri="{BB962C8B-B14F-4D97-AF65-F5344CB8AC3E}">
        <p14:creationId xmlns:p14="http://schemas.microsoft.com/office/powerpoint/2010/main" val="3481566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CC9E3-5772-A760-B0B6-2C7B66422DE8}"/>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61BE4079-645C-A7C5-FE80-3DC22D8FBA6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1EFCBD0C-F9D9-6581-6CC0-B6A10F1DAAF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1BAF9A0D-AA18-D276-1CA7-B8396790C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03391874-0AC2-EECF-3546-A48ADD85140E}"/>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4EDAA8A1-33C3-5C24-88FF-5EE80EA80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D9C24679-1F07-F9F2-F23D-BC31EB5529AF}"/>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25</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8248925F-C5A8-A739-08AE-A3C5E363BB47}"/>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A4140607-9374-D1EB-141D-1092AC84D4C9}"/>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84F4FF75-E712-8D74-A162-1F93FB4D9169}"/>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59CD5809-C3FB-AC66-F0EF-AF8BD264A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7F0AB799-4099-CFEC-CDE7-16DC0342D1C5}"/>
              </a:ext>
            </a:extLst>
          </p:cNvPr>
          <p:cNvSpPr txBox="1"/>
          <p:nvPr/>
        </p:nvSpPr>
        <p:spPr>
          <a:xfrm>
            <a:off x="685800" y="947047"/>
            <a:ext cx="5902424" cy="461665"/>
          </a:xfrm>
          <a:prstGeom prst="rect">
            <a:avLst/>
          </a:prstGeom>
          <a:noFill/>
        </p:spPr>
        <p:txBody>
          <a:bodyPr wrap="square">
            <a:spAutoFit/>
          </a:bodyPr>
          <a:lstStyle/>
          <a:p>
            <a:r>
              <a:rPr lang="en-US" b="1" dirty="0"/>
              <a:t>Admin Dashboard – Booking Management:</a:t>
            </a:r>
            <a:endParaRPr lang="en-IN" b="1" dirty="0"/>
          </a:p>
        </p:txBody>
      </p:sp>
      <p:pic>
        <p:nvPicPr>
          <p:cNvPr id="14" name="Picture 13" descr="A screenshot of a computer&#10;&#10;AI-generated content may be incorrect.">
            <a:extLst>
              <a:ext uri="{FF2B5EF4-FFF2-40B4-BE49-F238E27FC236}">
                <a16:creationId xmlns:a16="http://schemas.microsoft.com/office/drawing/2014/main" id="{CF67FB94-F079-F224-77A6-C8D022E829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632" y="1682794"/>
            <a:ext cx="7884368" cy="4434957"/>
          </a:xfrm>
          <a:prstGeom prst="rect">
            <a:avLst/>
          </a:prstGeom>
        </p:spPr>
      </p:pic>
    </p:spTree>
    <p:extLst>
      <p:ext uri="{BB962C8B-B14F-4D97-AF65-F5344CB8AC3E}">
        <p14:creationId xmlns:p14="http://schemas.microsoft.com/office/powerpoint/2010/main" val="2667959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5B4B0-7C46-63FF-318E-11AAAA426D87}"/>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845B1C61-214B-954C-2BCC-78AEF102521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3D55FD24-BE5A-02D5-A340-DDF3CE476F7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3294E395-888A-6DF1-3D53-D45CFD6AC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021AB884-2583-3AC4-2BC7-B787902FDB00}"/>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64900DE2-CC25-66CF-2721-06F2124D9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F4FB2573-AC54-F43F-6AB5-B6ADFA129CB5}"/>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26</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8F64999C-7F6E-F55F-523B-46151050F2C4}"/>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94D16451-44A0-E6E3-6CED-D780840FBF2F}"/>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FE45A03E-00A1-504E-7061-790DDEDEC4FC}"/>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2CDCE78E-1398-E734-D8BE-149EB6C61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8D9AF9D7-00EA-9AE8-585B-1E1EE3DE112F}"/>
              </a:ext>
            </a:extLst>
          </p:cNvPr>
          <p:cNvSpPr txBox="1"/>
          <p:nvPr/>
        </p:nvSpPr>
        <p:spPr>
          <a:xfrm>
            <a:off x="685800" y="947047"/>
            <a:ext cx="6622504" cy="461665"/>
          </a:xfrm>
          <a:prstGeom prst="rect">
            <a:avLst/>
          </a:prstGeom>
          <a:noFill/>
        </p:spPr>
        <p:txBody>
          <a:bodyPr wrap="square">
            <a:spAutoFit/>
          </a:bodyPr>
          <a:lstStyle/>
          <a:p>
            <a:r>
              <a:rPr lang="en-US" b="1" dirty="0"/>
              <a:t>Admin Dashboard – Payment Management:</a:t>
            </a:r>
            <a:endParaRPr lang="en-IN" b="1" dirty="0"/>
          </a:p>
        </p:txBody>
      </p:sp>
      <p:pic>
        <p:nvPicPr>
          <p:cNvPr id="13" name="Picture 12" descr="A screenshot of a computer&#10;&#10;AI-generated content may be incorrect.">
            <a:extLst>
              <a:ext uri="{FF2B5EF4-FFF2-40B4-BE49-F238E27FC236}">
                <a16:creationId xmlns:a16="http://schemas.microsoft.com/office/drawing/2014/main" id="{08A90AE5-7021-A321-50BB-2D32F9150C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720" y="1514815"/>
            <a:ext cx="7884368" cy="4434957"/>
          </a:xfrm>
          <a:prstGeom prst="rect">
            <a:avLst/>
          </a:prstGeom>
        </p:spPr>
      </p:pic>
    </p:spTree>
    <p:extLst>
      <p:ext uri="{BB962C8B-B14F-4D97-AF65-F5344CB8AC3E}">
        <p14:creationId xmlns:p14="http://schemas.microsoft.com/office/powerpoint/2010/main" val="2801167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7AFD8-0ADA-B36D-3077-906F0BAB38E2}"/>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30C40604-A255-DC6C-3CE2-6AE2780BF4C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9414E47B-03EC-5447-720C-D660D18B63AE}"/>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AFAC9ED4-EC86-6416-61C9-E480866AA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C62C8794-5684-C798-A986-D0B9708D625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BFADBA33-97E5-0655-4A6E-5A7A20341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843400B5-038E-EE61-12E5-A274F601F1F7}"/>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27</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E9C226B3-EFBC-C972-23A1-DCB88E467F5F}"/>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4B5E2177-F780-2578-D74A-3398E531F085}"/>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7D39B51B-BED6-F4C8-C4A9-12CEEA85EBD5}"/>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90D1C00D-35EC-AC06-B058-9E5477D2F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73DEF29F-2774-9EC8-9735-1BB65F025760}"/>
              </a:ext>
            </a:extLst>
          </p:cNvPr>
          <p:cNvSpPr txBox="1"/>
          <p:nvPr/>
        </p:nvSpPr>
        <p:spPr>
          <a:xfrm>
            <a:off x="685800" y="947047"/>
            <a:ext cx="6622504" cy="461665"/>
          </a:xfrm>
          <a:prstGeom prst="rect">
            <a:avLst/>
          </a:prstGeom>
          <a:noFill/>
        </p:spPr>
        <p:txBody>
          <a:bodyPr wrap="square">
            <a:spAutoFit/>
          </a:bodyPr>
          <a:lstStyle/>
          <a:p>
            <a:r>
              <a:rPr lang="en-US" b="1" dirty="0"/>
              <a:t>Admin Dashboard – User Management:</a:t>
            </a:r>
            <a:endParaRPr lang="en-IN" b="1" dirty="0"/>
          </a:p>
        </p:txBody>
      </p:sp>
      <p:pic>
        <p:nvPicPr>
          <p:cNvPr id="14" name="Picture 13" descr="A screenshot of a computer&#10;&#10;AI-generated content may be incorrect.">
            <a:extLst>
              <a:ext uri="{FF2B5EF4-FFF2-40B4-BE49-F238E27FC236}">
                <a16:creationId xmlns:a16="http://schemas.microsoft.com/office/drawing/2014/main" id="{380C80FE-0A12-98A3-ACA8-FA348433D6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145" y="1515320"/>
            <a:ext cx="8224838" cy="4626471"/>
          </a:xfrm>
          <a:prstGeom prst="rect">
            <a:avLst/>
          </a:prstGeom>
        </p:spPr>
      </p:pic>
    </p:spTree>
    <p:extLst>
      <p:ext uri="{BB962C8B-B14F-4D97-AF65-F5344CB8AC3E}">
        <p14:creationId xmlns:p14="http://schemas.microsoft.com/office/powerpoint/2010/main" val="653349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25BE7-DB96-F121-6947-B85BE1617ED7}"/>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537307EE-B7BB-0903-42E3-F109AC827EE4}"/>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068867BD-AEE7-BC29-CD13-E14220F4AE79}"/>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52029C65-8A09-F6A0-68C5-3FD305EF9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0760938A-DD4D-F3CA-F091-AEE791658A54}"/>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2393E13A-2B96-F00B-526E-A43CC139F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E6E23DC8-8723-B028-3134-DA6769556B5E}"/>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28</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E3A1CE1E-65F4-7A3B-BD1D-4725C6786E00}"/>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F5B0D511-973B-7872-85D3-E76D672CD699}"/>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7D148423-5F82-6EC5-573A-98B548B7BA75}"/>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041B73F6-B78E-79CB-4010-7E2E4C227F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79C7F61D-305B-21AC-1452-3541582E1CB4}"/>
              </a:ext>
            </a:extLst>
          </p:cNvPr>
          <p:cNvSpPr txBox="1"/>
          <p:nvPr/>
        </p:nvSpPr>
        <p:spPr>
          <a:xfrm>
            <a:off x="685800" y="947047"/>
            <a:ext cx="6622504" cy="461665"/>
          </a:xfrm>
          <a:prstGeom prst="rect">
            <a:avLst/>
          </a:prstGeom>
          <a:noFill/>
        </p:spPr>
        <p:txBody>
          <a:bodyPr wrap="square">
            <a:spAutoFit/>
          </a:bodyPr>
          <a:lstStyle/>
          <a:p>
            <a:r>
              <a:rPr lang="en-US" b="1" dirty="0"/>
              <a:t>Service Provider Dashboard – Profile</a:t>
            </a:r>
            <a:endParaRPr lang="en-IN" b="1" dirty="0"/>
          </a:p>
        </p:txBody>
      </p:sp>
      <p:pic>
        <p:nvPicPr>
          <p:cNvPr id="13" name="Picture 12" descr="A screenshot of a chat&#10;&#10;AI-generated content may be incorrect.">
            <a:extLst>
              <a:ext uri="{FF2B5EF4-FFF2-40B4-BE49-F238E27FC236}">
                <a16:creationId xmlns:a16="http://schemas.microsoft.com/office/drawing/2014/main" id="{A7F63735-6C46-82A8-8FAB-B5596BDF4F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502" y="1474381"/>
            <a:ext cx="8327288" cy="4684100"/>
          </a:xfrm>
          <a:prstGeom prst="rect">
            <a:avLst/>
          </a:prstGeom>
        </p:spPr>
      </p:pic>
    </p:spTree>
    <p:extLst>
      <p:ext uri="{BB962C8B-B14F-4D97-AF65-F5344CB8AC3E}">
        <p14:creationId xmlns:p14="http://schemas.microsoft.com/office/powerpoint/2010/main" val="3882697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6801-7E3C-0A27-DBF7-CC78AF484D78}"/>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874434DB-7CF5-C7D9-2FC6-E1C4CD0D2A9F}"/>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ABF943FA-A0DD-4BD9-F985-8A84CAC8108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FEFD4CC4-1CCD-3767-0EE2-8A2D09BA1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61418C96-3AD5-0326-A2A8-02A758E87F96}"/>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7F86B3D8-2BFC-56BC-0291-1F3BE95D0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57A53200-AA8E-A7A1-B455-44DE3AF6F8FA}"/>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29</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8D5F46A8-2499-404D-28EA-0E61C6599057}"/>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0DE5553A-520A-9E60-3B1C-06BA256BCFA4}"/>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A246BF72-F733-DC6B-E4E4-708A735ACE90}"/>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0629C09D-1938-04BC-D4DE-9945E87FA3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0061806F-011C-FB25-21BA-70317BA9E8C9}"/>
              </a:ext>
            </a:extLst>
          </p:cNvPr>
          <p:cNvSpPr txBox="1"/>
          <p:nvPr/>
        </p:nvSpPr>
        <p:spPr>
          <a:xfrm>
            <a:off x="685800" y="947047"/>
            <a:ext cx="6622504" cy="461665"/>
          </a:xfrm>
          <a:prstGeom prst="rect">
            <a:avLst/>
          </a:prstGeom>
          <a:noFill/>
        </p:spPr>
        <p:txBody>
          <a:bodyPr wrap="square">
            <a:spAutoFit/>
          </a:bodyPr>
          <a:lstStyle/>
          <a:p>
            <a:r>
              <a:rPr lang="en-US" b="1" dirty="0"/>
              <a:t>Service Provider Dashboard – Job Management</a:t>
            </a:r>
            <a:endParaRPr lang="en-IN" b="1" dirty="0"/>
          </a:p>
        </p:txBody>
      </p:sp>
      <p:pic>
        <p:nvPicPr>
          <p:cNvPr id="14" name="Picture 13" descr="A screenshot of a computer&#10;&#10;AI-generated content may be incorrect.">
            <a:extLst>
              <a:ext uri="{FF2B5EF4-FFF2-40B4-BE49-F238E27FC236}">
                <a16:creationId xmlns:a16="http://schemas.microsoft.com/office/drawing/2014/main" id="{E7CEE4D2-E896-3F76-8438-3C3C109CD1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390" y="1681448"/>
            <a:ext cx="7842448" cy="4411377"/>
          </a:xfrm>
          <a:prstGeom prst="rect">
            <a:avLst/>
          </a:prstGeom>
        </p:spPr>
      </p:pic>
    </p:spTree>
    <p:extLst>
      <p:ext uri="{BB962C8B-B14F-4D97-AF65-F5344CB8AC3E}">
        <p14:creationId xmlns:p14="http://schemas.microsoft.com/office/powerpoint/2010/main" val="1257814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45FAE-C0FF-1627-9B1E-F5B66D8D147D}"/>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A253BC0E-4F43-BED9-0EA8-4840D1424FD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024084D6-0729-9ED6-266C-9DF79C4C25D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FE3DF751-9FB6-1CB1-0B35-29CF94D9A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58C2BC76-95F4-B5A0-70AD-7CA1BCD16D18}"/>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59AF7B0C-8254-197D-36FF-9463A3887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1E0AE0D9-7CE7-6F89-3177-B8FFF2CF5355}"/>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30</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BF4C8487-157E-D6AD-66CE-653E9B4FBECC}"/>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D38123E2-6FEF-12EC-6076-DB39285D31F0}"/>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4D3F5D8B-E00A-DA15-C6D8-C94B26FC005E}"/>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00782522-B432-147F-D1E1-FF38B900A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0003BB6E-FD0F-B090-314B-3871405C2B3C}"/>
              </a:ext>
            </a:extLst>
          </p:cNvPr>
          <p:cNvSpPr txBox="1"/>
          <p:nvPr/>
        </p:nvSpPr>
        <p:spPr>
          <a:xfrm>
            <a:off x="685800" y="947047"/>
            <a:ext cx="6622504" cy="461665"/>
          </a:xfrm>
          <a:prstGeom prst="rect">
            <a:avLst/>
          </a:prstGeom>
          <a:noFill/>
        </p:spPr>
        <p:txBody>
          <a:bodyPr wrap="square">
            <a:spAutoFit/>
          </a:bodyPr>
          <a:lstStyle/>
          <a:p>
            <a:r>
              <a:rPr lang="en-US" b="1" dirty="0"/>
              <a:t>Service Provider Dashboard – History</a:t>
            </a:r>
            <a:endParaRPr lang="en-IN" b="1" dirty="0"/>
          </a:p>
        </p:txBody>
      </p:sp>
      <p:pic>
        <p:nvPicPr>
          <p:cNvPr id="13" name="Picture 12" descr="A screenshot of a service history&#10;&#10;AI-generated content may be incorrect.">
            <a:extLst>
              <a:ext uri="{FF2B5EF4-FFF2-40B4-BE49-F238E27FC236}">
                <a16:creationId xmlns:a16="http://schemas.microsoft.com/office/drawing/2014/main" id="{9DE7B194-B399-BF65-0B59-391A51212A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1624530"/>
            <a:ext cx="7770514" cy="4370914"/>
          </a:xfrm>
          <a:prstGeom prst="rect">
            <a:avLst/>
          </a:prstGeom>
        </p:spPr>
      </p:pic>
    </p:spTree>
    <p:extLst>
      <p:ext uri="{BB962C8B-B14F-4D97-AF65-F5344CB8AC3E}">
        <p14:creationId xmlns:p14="http://schemas.microsoft.com/office/powerpoint/2010/main" val="2826589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EA614-8240-4B9F-3512-D29D3859A317}"/>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C3579AA2-AB85-011A-2E64-B403FC74BE7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044F459D-FA68-6B76-90BF-5C98A6B2E3E9}"/>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1016F5B2-D72D-AF59-4335-D73A64150D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8A509F2D-24F9-ADAB-7B2B-66640A443CA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D8A4E86F-FBC3-1DF9-4320-9040816D1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5FC30D41-E635-67BE-8C90-F8CE6C36238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31</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8142B0B0-0C24-6EE9-BC73-BBC8208F6088}"/>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D91354D2-8250-57FD-14E2-CB5F85DBDA2F}"/>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80C784B9-3E33-0B18-70A3-B612676363BD}"/>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DBB555D6-BDEF-D1E8-3327-75590CBB7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125FF225-5D72-832C-7655-A6D398B4EEA3}"/>
              </a:ext>
            </a:extLst>
          </p:cNvPr>
          <p:cNvSpPr txBox="1"/>
          <p:nvPr/>
        </p:nvSpPr>
        <p:spPr>
          <a:xfrm>
            <a:off x="685800" y="947047"/>
            <a:ext cx="6622504" cy="461665"/>
          </a:xfrm>
          <a:prstGeom prst="rect">
            <a:avLst/>
          </a:prstGeom>
          <a:noFill/>
        </p:spPr>
        <p:txBody>
          <a:bodyPr wrap="square">
            <a:spAutoFit/>
          </a:bodyPr>
          <a:lstStyle/>
          <a:p>
            <a:r>
              <a:rPr lang="en-US" b="1" dirty="0"/>
              <a:t>Customer Dashboard – Profile</a:t>
            </a:r>
            <a:endParaRPr lang="en-IN" b="1" dirty="0"/>
          </a:p>
        </p:txBody>
      </p:sp>
      <p:pic>
        <p:nvPicPr>
          <p:cNvPr id="14" name="Picture 13" descr="A screenshot of a computer&#10;&#10;AI-generated content may be incorrect.">
            <a:extLst>
              <a:ext uri="{FF2B5EF4-FFF2-40B4-BE49-F238E27FC236}">
                <a16:creationId xmlns:a16="http://schemas.microsoft.com/office/drawing/2014/main" id="{3F84B36D-6256-40E2-37C0-AC556B46F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816" y="1611077"/>
            <a:ext cx="7884368" cy="4434957"/>
          </a:xfrm>
          <a:prstGeom prst="rect">
            <a:avLst/>
          </a:prstGeom>
        </p:spPr>
      </p:pic>
    </p:spTree>
    <p:extLst>
      <p:ext uri="{BB962C8B-B14F-4D97-AF65-F5344CB8AC3E}">
        <p14:creationId xmlns:p14="http://schemas.microsoft.com/office/powerpoint/2010/main" val="2435205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1A04-8158-C1E0-594F-31A2646A421C}"/>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F0ABC986-2C4C-4F1F-AFE5-16903F9533E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85A7F2F4-0A04-21DE-522B-AF14B6F037E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C57134FD-A71C-9813-20EA-45B439B9B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ECB58D92-1B24-332B-2904-BA89318D893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C262778B-FA36-09A0-662E-F3B8F73416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7322BF8E-FB27-3990-A394-C8D77AE26347}"/>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32</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56C91069-C51C-72B5-3C8E-E53F0B2B0FCA}"/>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427DFDFD-B351-33A0-79A4-00106FFBC68C}"/>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93831305-6A32-3B51-80E2-CA42098C9F1A}"/>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66A74069-7C0B-9537-5E00-8BD66F0023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A26C6C1D-39BA-F40C-A924-BEFDCEB580EC}"/>
              </a:ext>
            </a:extLst>
          </p:cNvPr>
          <p:cNvSpPr txBox="1"/>
          <p:nvPr/>
        </p:nvSpPr>
        <p:spPr>
          <a:xfrm>
            <a:off x="685800" y="947047"/>
            <a:ext cx="6622504" cy="461665"/>
          </a:xfrm>
          <a:prstGeom prst="rect">
            <a:avLst/>
          </a:prstGeom>
          <a:noFill/>
        </p:spPr>
        <p:txBody>
          <a:bodyPr wrap="square">
            <a:spAutoFit/>
          </a:bodyPr>
          <a:lstStyle/>
          <a:p>
            <a:r>
              <a:rPr lang="en-US" b="1" dirty="0"/>
              <a:t>Customer Dashboard – Services</a:t>
            </a:r>
          </a:p>
        </p:txBody>
      </p:sp>
      <p:pic>
        <p:nvPicPr>
          <p:cNvPr id="13" name="Picture 12" descr="A screenshot of a website&#10;&#10;AI-generated content may be incorrect.">
            <a:extLst>
              <a:ext uri="{FF2B5EF4-FFF2-40B4-BE49-F238E27FC236}">
                <a16:creationId xmlns:a16="http://schemas.microsoft.com/office/drawing/2014/main" id="{522E591C-D656-6BDC-E938-B0DF20DF41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520" y="1606054"/>
            <a:ext cx="8224838" cy="4626471"/>
          </a:xfrm>
          <a:prstGeom prst="rect">
            <a:avLst/>
          </a:prstGeom>
        </p:spPr>
      </p:pic>
    </p:spTree>
    <p:extLst>
      <p:ext uri="{BB962C8B-B14F-4D97-AF65-F5344CB8AC3E}">
        <p14:creationId xmlns:p14="http://schemas.microsoft.com/office/powerpoint/2010/main" val="140780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57BCC-86A9-2B20-3295-B62D28A42250}"/>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8452FA94-D185-0AE2-D510-700B1D3E906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B9DA54AF-2BB7-0873-1072-F0A51AAAAE9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5A73DF0F-6D85-13B2-F0A2-85B6C5C85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6F6F21A5-F58D-3444-F96D-8E776287055D}"/>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187015C2-5E66-22AB-A825-D440845903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DE384AC3-4F9C-06D6-846B-CA4BAED3A1D9}"/>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33</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CA72DCF8-AE2D-4DE2-615C-B83DD09CDA13}"/>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6B4B718E-7390-31F9-9770-0CAEBF5A5BB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BB5AE98E-E0A6-FBD0-843E-01E81162009C}"/>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E82031CF-F796-3B00-C757-DCCBE8D4E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E5A59BEF-414F-E06D-D7F7-92425C85F8C0}"/>
              </a:ext>
            </a:extLst>
          </p:cNvPr>
          <p:cNvSpPr txBox="1"/>
          <p:nvPr/>
        </p:nvSpPr>
        <p:spPr>
          <a:xfrm>
            <a:off x="685800" y="947047"/>
            <a:ext cx="6622504" cy="461665"/>
          </a:xfrm>
          <a:prstGeom prst="rect">
            <a:avLst/>
          </a:prstGeom>
          <a:noFill/>
        </p:spPr>
        <p:txBody>
          <a:bodyPr wrap="square">
            <a:spAutoFit/>
          </a:bodyPr>
          <a:lstStyle/>
          <a:p>
            <a:r>
              <a:rPr lang="en-US" b="1" dirty="0"/>
              <a:t>Customer Dashboard – Bookings:</a:t>
            </a:r>
          </a:p>
        </p:txBody>
      </p:sp>
      <p:pic>
        <p:nvPicPr>
          <p:cNvPr id="14" name="Picture 13" descr="A screenshot of a computer&#10;&#10;AI-generated content may be incorrect.">
            <a:extLst>
              <a:ext uri="{FF2B5EF4-FFF2-40B4-BE49-F238E27FC236}">
                <a16:creationId xmlns:a16="http://schemas.microsoft.com/office/drawing/2014/main" id="{2755CACF-4609-F79A-17D1-DBFA5642DB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757" y="1422684"/>
            <a:ext cx="8030475" cy="4517142"/>
          </a:xfrm>
          <a:prstGeom prst="rect">
            <a:avLst/>
          </a:prstGeom>
        </p:spPr>
      </p:pic>
    </p:spTree>
    <p:extLst>
      <p:ext uri="{BB962C8B-B14F-4D97-AF65-F5344CB8AC3E}">
        <p14:creationId xmlns:p14="http://schemas.microsoft.com/office/powerpoint/2010/main" val="1861926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D623F-1764-66C8-5BD0-31BC167D851A}"/>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A0B1E3C6-B212-CD34-7FEE-49DE505D97F2}"/>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06EBF098-2888-3182-B228-0F21568F9CF0}"/>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1DB45716-8BD9-5DD6-409A-C481F71AF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1A2FDC25-F09F-3569-17DD-58F904C41D6A}"/>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4931D612-1FEE-4640-D40F-631ACFF9F3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8479175C-83FF-D7A2-198F-B6683B77DE86}"/>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34</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C75F29B1-2197-5231-04E3-1E8016CA1E4F}"/>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1975C3C8-2166-E79C-6F75-5B81E6F1E9EB}"/>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2A2C47E3-BECC-ECF3-4C59-BEE59558B4FC}"/>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E4D28CB2-AB42-D884-4ACD-C67CA2F58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C7C659D2-545B-112B-0BE1-8CF0B6673BFC}"/>
              </a:ext>
            </a:extLst>
          </p:cNvPr>
          <p:cNvSpPr txBox="1"/>
          <p:nvPr/>
        </p:nvSpPr>
        <p:spPr>
          <a:xfrm>
            <a:off x="685800" y="947047"/>
            <a:ext cx="6622504" cy="461665"/>
          </a:xfrm>
          <a:prstGeom prst="rect">
            <a:avLst/>
          </a:prstGeom>
          <a:noFill/>
        </p:spPr>
        <p:txBody>
          <a:bodyPr wrap="square">
            <a:spAutoFit/>
          </a:bodyPr>
          <a:lstStyle/>
          <a:p>
            <a:r>
              <a:rPr lang="en-US" b="1" dirty="0"/>
              <a:t>Customer Dashboard – Services history:</a:t>
            </a:r>
          </a:p>
        </p:txBody>
      </p:sp>
      <p:pic>
        <p:nvPicPr>
          <p:cNvPr id="13" name="Picture 12" descr="A screenshot of a service history&#10;&#10;AI-generated content may be incorrect.">
            <a:extLst>
              <a:ext uri="{FF2B5EF4-FFF2-40B4-BE49-F238E27FC236}">
                <a16:creationId xmlns:a16="http://schemas.microsoft.com/office/drawing/2014/main" id="{9278345F-311A-2590-B003-15F34B311E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661" y="1635282"/>
            <a:ext cx="7740352" cy="4353948"/>
          </a:xfrm>
          <a:prstGeom prst="rect">
            <a:avLst/>
          </a:prstGeom>
        </p:spPr>
      </p:pic>
    </p:spTree>
    <p:extLst>
      <p:ext uri="{BB962C8B-B14F-4D97-AF65-F5344CB8AC3E}">
        <p14:creationId xmlns:p14="http://schemas.microsoft.com/office/powerpoint/2010/main" val="1929757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14E8-C6D4-BF3F-6F1E-C576A4D44F09}"/>
            </a:ext>
          </a:extLst>
        </p:cNvPr>
        <p:cNvGrpSpPr/>
        <p:nvPr/>
      </p:nvGrpSpPr>
      <p:grpSpPr>
        <a:xfrm>
          <a:off x="0" y="0"/>
          <a:ext cx="0" cy="0"/>
          <a:chOff x="0" y="0"/>
          <a:chExt cx="0" cy="0"/>
        </a:xfrm>
      </p:grpSpPr>
      <p:sp>
        <p:nvSpPr>
          <p:cNvPr id="3" name="Date Placeholder 1">
            <a:extLst>
              <a:ext uri="{FF2B5EF4-FFF2-40B4-BE49-F238E27FC236}">
                <a16:creationId xmlns:a16="http://schemas.microsoft.com/office/drawing/2014/main" id="{726868E9-01D3-77F3-D8E1-B6DE06649647}"/>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A03FFFF6-950A-6B22-A714-3BF467F8C2C6}"/>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5" name="Picture 4">
            <a:extLst>
              <a:ext uri="{FF2B5EF4-FFF2-40B4-BE49-F238E27FC236}">
                <a16:creationId xmlns:a16="http://schemas.microsoft.com/office/drawing/2014/main" id="{5CB583C6-AF62-ACF3-7D7B-C0474A3B7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A105669E-0E4C-5367-C730-B27057058694}"/>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7" name="Picture 2">
            <a:extLst>
              <a:ext uri="{FF2B5EF4-FFF2-40B4-BE49-F238E27FC236}">
                <a16:creationId xmlns:a16="http://schemas.microsoft.com/office/drawing/2014/main" id="{3DC4FF6A-F4B1-0A7D-10FB-5433A373F9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Rounded Corners 7">
            <a:extLst>
              <a:ext uri="{FF2B5EF4-FFF2-40B4-BE49-F238E27FC236}">
                <a16:creationId xmlns:a16="http://schemas.microsoft.com/office/drawing/2014/main" id="{F5E1FD27-197D-1CB7-5C03-DFC7F1AC51B1}"/>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35</a:t>
            </a:fld>
            <a:endParaRPr lang="en-US" altLang="en-US" sz="1600" b="1">
              <a:solidFill>
                <a:srgbClr val="FFFFFF"/>
              </a:solidFill>
              <a:latin typeface="Comic Sans MS" panose="030F0702030302020204" pitchFamily="66" charset="0"/>
            </a:endParaRPr>
          </a:p>
        </p:txBody>
      </p:sp>
      <p:sp>
        <p:nvSpPr>
          <p:cNvPr id="9" name="Date Placeholder 7">
            <a:extLst>
              <a:ext uri="{FF2B5EF4-FFF2-40B4-BE49-F238E27FC236}">
                <a16:creationId xmlns:a16="http://schemas.microsoft.com/office/drawing/2014/main" id="{ED07DC5D-2E50-95AA-2B84-5947298057EF}"/>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C5C30AA8-DF12-1C95-72B1-080988F0F62D}"/>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1" name="Oval 10">
            <a:extLst>
              <a:ext uri="{FF2B5EF4-FFF2-40B4-BE49-F238E27FC236}">
                <a16:creationId xmlns:a16="http://schemas.microsoft.com/office/drawing/2014/main" id="{D59D4294-D24D-C76B-5389-AFBF2E793841}"/>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2" name="Picture 11" descr="A picture containing text, sign, watch&#10;&#10;Description automatically generated">
            <a:extLst>
              <a:ext uri="{FF2B5EF4-FFF2-40B4-BE49-F238E27FC236}">
                <a16:creationId xmlns:a16="http://schemas.microsoft.com/office/drawing/2014/main" id="{1CF4A43F-A373-5BA0-87A5-977E3140A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D70F95F9-4D98-ED6A-B392-031591219A47}"/>
              </a:ext>
            </a:extLst>
          </p:cNvPr>
          <p:cNvSpPr txBox="1"/>
          <p:nvPr/>
        </p:nvSpPr>
        <p:spPr>
          <a:xfrm>
            <a:off x="685800" y="947047"/>
            <a:ext cx="8134672" cy="5005473"/>
          </a:xfrm>
          <a:prstGeom prst="rect">
            <a:avLst/>
          </a:prstGeom>
          <a:noFill/>
        </p:spPr>
        <p:txBody>
          <a:bodyPr wrap="square">
            <a:spAutoFit/>
          </a:bodyPr>
          <a:lstStyle/>
          <a:p>
            <a:r>
              <a:rPr lang="en-US" b="1" dirty="0"/>
              <a:t>References:</a:t>
            </a:r>
          </a:p>
          <a:p>
            <a:endParaRPr lang="en-US" b="1" dirty="0"/>
          </a:p>
          <a:p>
            <a:pPr marL="342900" indent="-342900">
              <a:lnSpc>
                <a:spcPct val="150000"/>
              </a:lnSpc>
              <a:buAutoNum type="arabicPeriod"/>
            </a:pPr>
            <a:r>
              <a:rPr lang="en-US" sz="1500" b="1" dirty="0"/>
              <a:t>https://handymansingapore.org/ </a:t>
            </a:r>
            <a:r>
              <a:rPr lang="en-US" sz="1500" dirty="0"/>
              <a:t>- Pro Handyman Singapore provides trusted, high-quality handyman services across Singapore—offering plumbing, lighting installation, air conditioner servicing, door repairs, and more with prompt, professional, and cost-effective expertise.</a:t>
            </a:r>
          </a:p>
          <a:p>
            <a:pPr marL="342900" indent="-342900">
              <a:lnSpc>
                <a:spcPct val="150000"/>
              </a:lnSpc>
              <a:buAutoNum type="arabicPeriod"/>
            </a:pPr>
            <a:r>
              <a:rPr lang="en-US" sz="1500" b="1" dirty="0"/>
              <a:t>https://enquire.smshandyman.com.sg</a:t>
            </a:r>
            <a:r>
              <a:rPr lang="en-US" sz="1500" dirty="0"/>
              <a:t>/ - SMS Handyman is a trusted, HDB- and BCA-licensed specialist in Singapore, offering reliable rubbish chute maintenance and door repair services with over 9 years of experience. </a:t>
            </a:r>
          </a:p>
          <a:p>
            <a:pPr marL="342900" indent="-342900">
              <a:lnSpc>
                <a:spcPct val="150000"/>
              </a:lnSpc>
              <a:buAutoNum type="arabicPeriod"/>
            </a:pPr>
            <a:r>
              <a:rPr lang="en-US" sz="1500" b="1" dirty="0"/>
              <a:t>https://en.wikipedia.org/wiki/Handyman </a:t>
            </a:r>
            <a:r>
              <a:rPr lang="en-US" sz="1500" dirty="0"/>
              <a:t>– Handyman is a multi-skilled professional specializing in home and property maintenance, performing tasks such as minor electrical, plumbing, carpentry, and repair work to keep spaces functional and well-maintained. </a:t>
            </a:r>
          </a:p>
          <a:p>
            <a:pPr marL="342900" indent="-342900">
              <a:lnSpc>
                <a:spcPct val="150000"/>
              </a:lnSpc>
              <a:buAutoNum type="arabicPeriod"/>
            </a:pPr>
            <a:r>
              <a:rPr lang="en-US" sz="1500" b="1" dirty="0"/>
              <a:t>https://www.everyworks.com</a:t>
            </a:r>
            <a:r>
              <a:rPr lang="en-US" sz="1500" dirty="0"/>
              <a:t>/ – </a:t>
            </a:r>
            <a:r>
              <a:rPr lang="en-US" sz="1500" dirty="0" err="1"/>
              <a:t>Everyworks</a:t>
            </a:r>
            <a:r>
              <a:rPr lang="en-US" sz="1500" dirty="0"/>
              <a:t> Group is Singapore’s leading home maintenance company offering comprehensive handyman, plumbing, electrical &amp; air-con services with transparent quotes and island-wide coverage</a:t>
            </a:r>
            <a:r>
              <a:rPr lang="en-US" sz="1800" dirty="0"/>
              <a:t>. </a:t>
            </a:r>
            <a:endParaRPr lang="en-US" sz="1800" b="1" dirty="0"/>
          </a:p>
        </p:txBody>
      </p:sp>
    </p:spTree>
    <p:extLst>
      <p:ext uri="{BB962C8B-B14F-4D97-AF65-F5344CB8AC3E}">
        <p14:creationId xmlns:p14="http://schemas.microsoft.com/office/powerpoint/2010/main" val="276327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BFF76982-F31C-9481-3A27-D9AEF0EA7FAD}"/>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4" name="Date Placeholder 1">
            <a:extLst>
              <a:ext uri="{FF2B5EF4-FFF2-40B4-BE49-F238E27FC236}">
                <a16:creationId xmlns:a16="http://schemas.microsoft.com/office/drawing/2014/main" id="{622FB879-67D6-7D49-13AC-AB10F1BB1821}"/>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5" name="Date Placeholder 1">
            <a:extLst>
              <a:ext uri="{FF2B5EF4-FFF2-40B4-BE49-F238E27FC236}">
                <a16:creationId xmlns:a16="http://schemas.microsoft.com/office/drawing/2014/main" id="{BF219874-78FF-B4AE-45E4-1BD0A30EE5B7}"/>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6" name="Date Placeholder 1">
            <a:extLst>
              <a:ext uri="{FF2B5EF4-FFF2-40B4-BE49-F238E27FC236}">
                <a16:creationId xmlns:a16="http://schemas.microsoft.com/office/drawing/2014/main" id="{A5E1D26A-4C22-7135-63C1-27183C1AA908}"/>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7" name="Date Placeholder 1">
            <a:extLst>
              <a:ext uri="{FF2B5EF4-FFF2-40B4-BE49-F238E27FC236}">
                <a16:creationId xmlns:a16="http://schemas.microsoft.com/office/drawing/2014/main" id="{5902CB8C-7F32-2433-4729-67AC81D92A9B}"/>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sp>
        <p:nvSpPr>
          <p:cNvPr id="8" name="Date Placeholder 1">
            <a:extLst>
              <a:ext uri="{FF2B5EF4-FFF2-40B4-BE49-F238E27FC236}">
                <a16:creationId xmlns:a16="http://schemas.microsoft.com/office/drawing/2014/main" id="{A77A27A3-E053-9487-D783-53F3FDFA7083}"/>
              </a:ext>
            </a:extLst>
          </p:cNvPr>
          <p:cNvSpPr txBox="1">
            <a:spLocks/>
          </p:cNvSpPr>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defRPr/>
            </a:pPr>
            <a:fld id="{E1F1B337-CE61-493D-8F93-640BF75D6F89}" type="datetime3">
              <a:rPr lang="en-US" altLang="en-US" smtClean="0"/>
              <a:pPr>
                <a:defRPr/>
              </a:pPr>
              <a:t>7 November 2025</a:t>
            </a:fld>
            <a:endParaRPr lang="en-US" altLang="en-US"/>
          </a:p>
        </p:txBody>
      </p:sp>
      <p:pic>
        <p:nvPicPr>
          <p:cNvPr id="9" name="Picture 8">
            <a:extLst>
              <a:ext uri="{FF2B5EF4-FFF2-40B4-BE49-F238E27FC236}">
                <a16:creationId xmlns:a16="http://schemas.microsoft.com/office/drawing/2014/main" id="{5DC564BF-4C68-5719-1E4E-50383B9FC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3200"/>
            <a:ext cx="9144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EEE824BB-CB46-390B-2DCA-C72CFCB8FA97}"/>
              </a:ext>
            </a:extLst>
          </p:cNvPr>
          <p:cNvSpPr txBox="1">
            <a:spLocks noChangeArrowheads="1"/>
          </p:cNvSpPr>
          <p:nvPr/>
        </p:nvSpPr>
        <p:spPr bwMode="auto">
          <a:xfrm>
            <a:off x="2273300" y="6550025"/>
            <a:ext cx="4597400" cy="307975"/>
          </a:xfrm>
          <a:prstGeom prst="rect">
            <a:avLst/>
          </a:prstGeom>
          <a:noFill/>
          <a:ln>
            <a:noFill/>
          </a:ln>
          <a:effectLst>
            <a:outerShdw dist="35921" dir="2700000" algn="ctr" rotWithShape="0">
              <a:schemeClr val="tx1"/>
            </a:outerShdw>
          </a:effectLst>
        </p:spPr>
        <p:txBody>
          <a:bodyPr wrap="none">
            <a:spAutoFit/>
          </a:bodyPr>
          <a:lstStyle/>
          <a:p>
            <a:pPr eaLnBrk="1" hangingPunct="1">
              <a:defRPr/>
            </a:pPr>
            <a:r>
              <a:rPr lang="en-US" altLang="en-US" sz="1400" b="1" dirty="0">
                <a:solidFill>
                  <a:schemeClr val="accent1">
                    <a:lumMod val="60000"/>
                    <a:lumOff val="40000"/>
                  </a:schemeClr>
                </a:solidFill>
                <a:latin typeface="Comic Sans MS" panose="030F0702030302020204" pitchFamily="66" charset="0"/>
              </a:rPr>
              <a:t>Department of Computer Science and Engineering </a:t>
            </a:r>
          </a:p>
        </p:txBody>
      </p:sp>
      <p:pic>
        <p:nvPicPr>
          <p:cNvPr id="11" name="Picture 2">
            <a:extLst>
              <a:ext uri="{FF2B5EF4-FFF2-40B4-BE49-F238E27FC236}">
                <a16:creationId xmlns:a16="http://schemas.microsoft.com/office/drawing/2014/main" id="{334A6A09-B62F-E87A-8E46-A15278AC4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Rounded Corners 11">
            <a:extLst>
              <a:ext uri="{FF2B5EF4-FFF2-40B4-BE49-F238E27FC236}">
                <a16:creationId xmlns:a16="http://schemas.microsoft.com/office/drawing/2014/main" id="{6A14384C-CAEB-C6A1-029D-FAC9D2175B30}"/>
              </a:ext>
            </a:extLst>
          </p:cNvPr>
          <p:cNvSpPr/>
          <p:nvPr/>
        </p:nvSpPr>
        <p:spPr>
          <a:xfrm>
            <a:off x="8550275" y="6553200"/>
            <a:ext cx="593725" cy="306388"/>
          </a:xfrm>
          <a:prstGeom prst="roundRect">
            <a:avLst/>
          </a:prstGeom>
          <a:solidFill>
            <a:srgbClr val="FF0066"/>
          </a:solidFill>
        </p:spPr>
        <p:style>
          <a:lnRef idx="2">
            <a:schemeClr val="dk1">
              <a:shade val="50000"/>
            </a:schemeClr>
          </a:lnRef>
          <a:fillRef idx="1">
            <a:schemeClr val="dk1"/>
          </a:fillRef>
          <a:effectRef idx="0">
            <a:schemeClr val="dk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fld id="{709839F9-3D4D-48A2-A8DA-E435B2BEDED4}" type="slidenum">
              <a:rPr lang="en-US" altLang="en-US" sz="1600" b="1" smtClean="0">
                <a:solidFill>
                  <a:srgbClr val="FFFFFF"/>
                </a:solidFill>
                <a:latin typeface="Comic Sans MS" panose="030F0702030302020204" pitchFamily="66" charset="0"/>
              </a:rPr>
              <a:pPr algn="ctr" eaLnBrk="1" hangingPunct="1">
                <a:defRPr/>
              </a:pPr>
              <a:t>36</a:t>
            </a:fld>
            <a:endParaRPr lang="en-US" altLang="en-US" sz="1600" b="1">
              <a:solidFill>
                <a:srgbClr val="FFFFFF"/>
              </a:solidFill>
              <a:latin typeface="Comic Sans MS" panose="030F0702030302020204" pitchFamily="66" charset="0"/>
            </a:endParaRPr>
          </a:p>
        </p:txBody>
      </p:sp>
      <p:sp>
        <p:nvSpPr>
          <p:cNvPr id="13" name="Date Placeholder 7">
            <a:extLst>
              <a:ext uri="{FF2B5EF4-FFF2-40B4-BE49-F238E27FC236}">
                <a16:creationId xmlns:a16="http://schemas.microsoft.com/office/drawing/2014/main" id="{98ED3609-3B01-32C3-9996-5BFD757581A4}"/>
              </a:ext>
            </a:extLst>
          </p:cNvPr>
          <p:cNvSpPr txBox="1">
            <a:spLocks/>
          </p:cNvSpPr>
          <p:nvPr/>
        </p:nvSpPr>
        <p:spPr bwMode="auto">
          <a:xfrm>
            <a:off x="0" y="6564313"/>
            <a:ext cx="1447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IN"/>
            </a:defPPr>
            <a:lvl1pPr algn="l" rtl="0" eaLnBrk="1" fontAlgn="base" hangingPunct="1">
              <a:spcBef>
                <a:spcPct val="20000"/>
              </a:spcBef>
              <a:spcAft>
                <a:spcPct val="0"/>
              </a:spcAft>
              <a:buChar char="•"/>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9pPr>
          </a:lstStyle>
          <a:p>
            <a:pPr>
              <a:spcBef>
                <a:spcPct val="0"/>
              </a:spcBef>
              <a:buFontTx/>
              <a:buNone/>
            </a:pPr>
            <a:fld id="{258314DF-69E9-4194-B20C-3D212996E7D2}" type="datetime3">
              <a:rPr lang="en-US" altLang="en-US" sz="1400" b="1" smtClean="0">
                <a:solidFill>
                  <a:srgbClr val="FF0066"/>
                </a:solidFill>
                <a:latin typeface="Arial Rounded MT Bold" panose="020F0704030504030204" pitchFamily="34" charset="0"/>
              </a:rPr>
              <a:pPr>
                <a:spcBef>
                  <a:spcPct val="0"/>
                </a:spcBef>
                <a:buFontTx/>
                <a:buNone/>
              </a:pPr>
              <a:t>7 November 2025</a:t>
            </a:fld>
            <a:endParaRPr lang="en-US" altLang="en-US" sz="1400" b="1" dirty="0">
              <a:solidFill>
                <a:srgbClr val="FF0066"/>
              </a:solidFill>
              <a:latin typeface="Arial Rounded MT Bold" panose="020F0704030504030204" pitchFamily="34" charset="0"/>
            </a:endParaRPr>
          </a:p>
        </p:txBody>
      </p:sp>
      <p:sp>
        <p:nvSpPr>
          <p:cNvPr id="14" name="TextBox 13">
            <a:extLst>
              <a:ext uri="{FF2B5EF4-FFF2-40B4-BE49-F238E27FC236}">
                <a16:creationId xmlns:a16="http://schemas.microsoft.com/office/drawing/2014/main" id="{D7178B8E-1ACF-C59C-D36A-8547AE3A37E2}"/>
              </a:ext>
            </a:extLst>
          </p:cNvPr>
          <p:cNvSpPr txBox="1"/>
          <p:nvPr/>
        </p:nvSpPr>
        <p:spPr>
          <a:xfrm>
            <a:off x="919163" y="0"/>
            <a:ext cx="7305675" cy="477838"/>
          </a:xfrm>
          <a:prstGeom prst="rect">
            <a:avLst/>
          </a:prstGeom>
          <a:noFill/>
        </p:spPr>
        <p:txBody>
          <a:bodyPr>
            <a:spAutoFit/>
          </a:bodyPr>
          <a:lstStyle/>
          <a:p>
            <a:pPr eaLnBrk="1" hangingPunct="1">
              <a:defRPr/>
            </a:pPr>
            <a:r>
              <a:rPr lang="en-US" sz="2500" b="1" dirty="0" err="1">
                <a:solidFill>
                  <a:schemeClr val="accent1">
                    <a:lumMod val="60000"/>
                    <a:lumOff val="40000"/>
                  </a:schemeClr>
                </a:solidFill>
                <a:latin typeface="Comic Sans MS" panose="030F0702030302020204" pitchFamily="66" charset="0"/>
              </a:rPr>
              <a:t>Mepco</a:t>
            </a:r>
            <a:r>
              <a:rPr lang="en-US" sz="2500" b="1" dirty="0">
                <a:solidFill>
                  <a:schemeClr val="accent1">
                    <a:lumMod val="60000"/>
                    <a:lumOff val="40000"/>
                  </a:schemeClr>
                </a:solidFill>
                <a:latin typeface="Comic Sans MS" panose="030F0702030302020204" pitchFamily="66" charset="0"/>
              </a:rPr>
              <a:t> Schlenk Engineering College </a:t>
            </a:r>
            <a:r>
              <a:rPr lang="en-US" sz="1800" b="1" dirty="0">
                <a:solidFill>
                  <a:schemeClr val="accent1">
                    <a:lumMod val="60000"/>
                    <a:lumOff val="40000"/>
                  </a:schemeClr>
                </a:solidFill>
                <a:latin typeface="Comic Sans MS" panose="030F0702030302020204" pitchFamily="66" charset="0"/>
              </a:rPr>
              <a:t>(Autonomous)</a:t>
            </a:r>
            <a:endParaRPr lang="en-US" sz="1800" b="1" i="1" dirty="0">
              <a:solidFill>
                <a:schemeClr val="accent1">
                  <a:lumMod val="60000"/>
                  <a:lumOff val="40000"/>
                </a:schemeClr>
              </a:solidFill>
              <a:latin typeface="Comic Sans MS" panose="030F0702030302020204" pitchFamily="66" charset="0"/>
            </a:endParaRPr>
          </a:p>
        </p:txBody>
      </p:sp>
      <p:sp>
        <p:nvSpPr>
          <p:cNvPr id="15" name="Oval 14">
            <a:extLst>
              <a:ext uri="{FF2B5EF4-FFF2-40B4-BE49-F238E27FC236}">
                <a16:creationId xmlns:a16="http://schemas.microsoft.com/office/drawing/2014/main" id="{867FE1E8-3485-E134-BE45-906D80D89EE3}"/>
              </a:ext>
            </a:extLst>
          </p:cNvPr>
          <p:cNvSpPr/>
          <p:nvPr/>
        </p:nvSpPr>
        <p:spPr>
          <a:xfrm>
            <a:off x="8355013" y="20638"/>
            <a:ext cx="777875" cy="7778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eaLnBrk="1" hangingPunct="1">
              <a:defRPr/>
            </a:pPr>
            <a:endParaRPr lang="en-US"/>
          </a:p>
        </p:txBody>
      </p:sp>
      <p:pic>
        <p:nvPicPr>
          <p:cNvPr id="16" name="Picture 15" descr="A picture containing text, sign, watch&#10;&#10;Description automatically generated">
            <a:extLst>
              <a:ext uri="{FF2B5EF4-FFF2-40B4-BE49-F238E27FC236}">
                <a16:creationId xmlns:a16="http://schemas.microsoft.com/office/drawing/2014/main" id="{046F2212-24B8-A40E-DE64-F820F1870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47625"/>
            <a:ext cx="731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3C48F109-27C5-E861-5275-A6EEB276FEFD}"/>
              </a:ext>
            </a:extLst>
          </p:cNvPr>
          <p:cNvSpPr txBox="1">
            <a:spLocks noChangeArrowheads="1"/>
          </p:cNvSpPr>
          <p:nvPr/>
        </p:nvSpPr>
        <p:spPr bwMode="auto">
          <a:xfrm>
            <a:off x="1252538" y="1924050"/>
            <a:ext cx="710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1800" b="1" dirty="0">
              <a:latin typeface="Verdana" panose="020B0604030504040204" pitchFamily="34" charset="0"/>
              <a:ea typeface="Verdana" panose="020B0604030504040204" pitchFamily="34" charset="0"/>
              <a:cs typeface="Verdana" panose="020B0604030504040204" pitchFamily="34" charset="0"/>
            </a:endParaRPr>
          </a:p>
        </p:txBody>
      </p:sp>
      <p:sp>
        <p:nvSpPr>
          <p:cNvPr id="19" name="TextBox 18">
            <a:extLst>
              <a:ext uri="{FF2B5EF4-FFF2-40B4-BE49-F238E27FC236}">
                <a16:creationId xmlns:a16="http://schemas.microsoft.com/office/drawing/2014/main" id="{9EEB460A-FA94-9E15-6242-5BABFB5CA6D9}"/>
              </a:ext>
            </a:extLst>
          </p:cNvPr>
          <p:cNvSpPr txBox="1"/>
          <p:nvPr/>
        </p:nvSpPr>
        <p:spPr>
          <a:xfrm>
            <a:off x="2590800" y="1859701"/>
            <a:ext cx="4585446" cy="1618328"/>
          </a:xfrm>
          <a:prstGeom prst="rect">
            <a:avLst/>
          </a:prstGeom>
          <a:noFill/>
        </p:spPr>
        <p:txBody>
          <a:bodyPr wrap="square">
            <a:spAutoFit/>
          </a:bodyPr>
          <a:lstStyle/>
          <a:p>
            <a:pPr>
              <a:lnSpc>
                <a:spcPct val="150000"/>
              </a:lnSpc>
            </a:pPr>
            <a:endParaRPr lang="en-IN" sz="1050" dirty="0">
              <a:latin typeface="Verdana" panose="020B0604030504040204" pitchFamily="34" charset="0"/>
              <a:ea typeface="Verdana" panose="020B0604030504040204" pitchFamily="34" charset="0"/>
            </a:endParaRPr>
          </a:p>
          <a:p>
            <a:pPr>
              <a:lnSpc>
                <a:spcPct val="150000"/>
              </a:lnSpc>
            </a:pPr>
            <a:endParaRPr lang="en-IN" sz="1050" dirty="0">
              <a:latin typeface="Verdana" panose="020B0604030504040204" pitchFamily="34" charset="0"/>
              <a:ea typeface="Verdana" panose="020B0604030504040204" pitchFamily="34" charset="0"/>
            </a:endParaRPr>
          </a:p>
          <a:p>
            <a:pPr>
              <a:lnSpc>
                <a:spcPct val="150000"/>
              </a:lnSpc>
            </a:pPr>
            <a:endParaRPr lang="en-IN" sz="1050" dirty="0">
              <a:latin typeface="Verdana" panose="020B0604030504040204" pitchFamily="34" charset="0"/>
              <a:ea typeface="Verdana" panose="020B0604030504040204" pitchFamily="34" charset="0"/>
            </a:endParaRPr>
          </a:p>
          <a:p>
            <a:pPr>
              <a:lnSpc>
                <a:spcPct val="150000"/>
              </a:lnSpc>
            </a:pPr>
            <a:r>
              <a:rPr lang="en-IN" sz="2400" dirty="0">
                <a:latin typeface="Verdana" panose="020B0604030504040204" pitchFamily="34" charset="0"/>
                <a:ea typeface="Verdana" panose="020B0604030504040204" pitchFamily="34" charset="0"/>
              </a:rPr>
              <a:t> </a:t>
            </a:r>
            <a:r>
              <a:rPr lang="en-IN" sz="4000" dirty="0">
                <a:latin typeface="Verdana" panose="020B0604030504040204" pitchFamily="34" charset="0"/>
                <a:ea typeface="Verdana" panose="020B0604030504040204" pitchFamily="34" charset="0"/>
              </a:rPr>
              <a:t>THANK YOU</a:t>
            </a:r>
          </a:p>
        </p:txBody>
      </p:sp>
    </p:spTree>
    <p:extLst>
      <p:ext uri="{BB962C8B-B14F-4D97-AF65-F5344CB8AC3E}">
        <p14:creationId xmlns:p14="http://schemas.microsoft.com/office/powerpoint/2010/main" val="835088396"/>
      </p:ext>
    </p:extLst>
  </p:cSld>
  <p:clrMapOvr>
    <a:masterClrMapping/>
  </p:clrMapOvr>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resentation1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1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1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 template-v2  -  Compatibility Mode" id="{EA953C24-0979-468B-8D04-BA70D805144C}" vid="{51E08EC5-416B-4700-A883-D2097886DB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 (1)</Template>
  <TotalTime>949</TotalTime>
  <Words>1551</Words>
  <Application>Microsoft Office PowerPoint</Application>
  <PresentationFormat>On-screen Show (4:3)</PresentationFormat>
  <Paragraphs>288</Paragraphs>
  <Slides>36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Arial Rounded MT Bold</vt:lpstr>
      <vt:lpstr>Calibri</vt:lpstr>
      <vt:lpstr>Comic Sans MS</vt:lpstr>
      <vt:lpstr>Times New Roman</vt:lpstr>
      <vt:lpstr>Verdana</vt:lpstr>
      <vt:lpstr>Presentation1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Indhira M</dc:creator>
  <cp:lastModifiedBy>SD SD</cp:lastModifiedBy>
  <cp:revision>38</cp:revision>
  <dcterms:created xsi:type="dcterms:W3CDTF">2023-05-08T14:17:57Z</dcterms:created>
  <dcterms:modified xsi:type="dcterms:W3CDTF">2025-11-07T08:03:13Z</dcterms:modified>
</cp:coreProperties>
</file>